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7" r:id="rId5"/>
    <p:sldMasterId id="2147483697" r:id="rId6"/>
    <p:sldMasterId id="2147483712" r:id="rId7"/>
    <p:sldMasterId id="2147483723" r:id="rId8"/>
    <p:sldMasterId id="2147483740" r:id="rId9"/>
  </p:sldMasterIdLst>
  <p:notesMasterIdLst>
    <p:notesMasterId r:id="rId12"/>
  </p:notesMasterIdLst>
  <p:sldIdLst>
    <p:sldId id="2147482783" r:id="rId10"/>
    <p:sldId id="2147482784" r:id="rId11"/>
  </p:sldIdLst>
  <p:sldSz cx="12192000" cy="6858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Segoe UI Semibold" panose="020B0702040204020203" pitchFamily="34" charset="0"/>
      <p:bold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éponse delivery" id="{00ED48C8-A181-4147-8C94-1A2DEA3FF211}">
          <p14:sldIdLst>
            <p14:sldId id="2147482783"/>
            <p14:sldId id="2147482784"/>
          </p14:sldIdLst>
        </p14:section>
        <p14:section name="RAF" id="{64A2BBD3-D7DD-4D16-93A5-F0264D6291D9}">
          <p14:sldIdLst/>
        </p14:section>
        <p14:section name="Annexe" id="{9B607018-571E-4646-B67A-0838671983F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A57"/>
    <a:srgbClr val="7E93A7"/>
    <a:srgbClr val="9DD9DA"/>
    <a:srgbClr val="5CBFC1"/>
    <a:srgbClr val="FFFFFF"/>
    <a:srgbClr val="B2BECA"/>
    <a:srgbClr val="575454"/>
    <a:srgbClr val="3B999B"/>
    <a:srgbClr val="009597"/>
    <a:srgbClr val="596E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903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1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D2D8-767D-4589-B24C-2FD6C440EF23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EB833-D744-4A30-9608-1E64782A19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286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016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EFA7A-4BC7-4F06-96D9-D7D97C830CA3}" type="slidenum">
              <a:rPr kumimoji="0" lang="fr-F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01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96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C918-0CFA-DA71-0152-874C917E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9A931-3E79-786F-E471-A14DD3EC0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E2393-28B5-6074-C9B4-290CBA7A4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6D202-1987-123E-2FAC-A0CE91E92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016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EFA7A-4BC7-4F06-96D9-D7D97C830CA3}" type="slidenum">
              <a:rPr kumimoji="0" lang="fr-F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01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39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jpe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6.jpeg"/><Relationship Id="rId4" Type="http://schemas.openxmlformats.org/officeDocument/2006/relationships/image" Target="../media/image5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16.jpe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Espace réservé du texte 2">
            <a:extLst>
              <a:ext uri="{FF2B5EF4-FFF2-40B4-BE49-F238E27FC236}">
                <a16:creationId xmlns:a16="http://schemas.microsoft.com/office/drawing/2014/main" id="{CEE8556D-7424-4A92-8B39-9C680D3993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8" y="6199458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934F54C-FD13-4474-8A96-1B9D694DC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49" y="1077513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A184D821-A2D0-4145-9FA0-6C793B52A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127" b="4292"/>
          <a:stretch/>
        </p:blipFill>
        <p:spPr>
          <a:xfrm>
            <a:off x="0" y="6199458"/>
            <a:ext cx="1102261" cy="2431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8" y="621172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7" y="57744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35" name="Forme libre 34">
            <a:extLst>
              <a:ext uri="{FF2B5EF4-FFF2-40B4-BE49-F238E27FC236}">
                <a16:creationId xmlns:a16="http://schemas.microsoft.com/office/drawing/2014/main" id="{FFBD443C-682A-FC41-944F-72E3551DB9B9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8784568-A483-874F-B85E-70D0DB76166B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4" name="Image 2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47E5111B-7CD3-924E-8E9A-1BFCF72FD6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918" y="5328862"/>
            <a:ext cx="3966829" cy="1258993"/>
          </a:xfrm>
          <a:prstGeom prst="rect">
            <a:avLst/>
          </a:prstGeom>
        </p:spPr>
      </p:pic>
      <p:sp>
        <p:nvSpPr>
          <p:cNvPr id="29" name="Sous-titre 2">
            <a:extLst>
              <a:ext uri="{FF2B5EF4-FFF2-40B4-BE49-F238E27FC236}">
                <a16:creationId xmlns:a16="http://schemas.microsoft.com/office/drawing/2014/main" id="{A73776D4-E48B-5F44-85B3-269BB04C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147" y="3652124"/>
            <a:ext cx="8888795" cy="1258993"/>
          </a:xfrm>
        </p:spPr>
        <p:txBody>
          <a:bodyPr anchor="t">
            <a:normAutofit/>
          </a:bodyPr>
          <a:lstStyle>
            <a:lvl1pPr marL="0" indent="0" algn="l" defTabSz="479988">
              <a:lnSpc>
                <a:spcPct val="85000"/>
              </a:lnSpc>
              <a:spcAft>
                <a:spcPts val="0"/>
              </a:spcAft>
              <a:buNone/>
              <a:tabLst/>
              <a:defRPr sz="4267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0C13B606-D7AD-B24C-A718-572C0A692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5147" y="1734414"/>
            <a:ext cx="8888796" cy="1950007"/>
          </a:xfrm>
        </p:spPr>
        <p:txBody>
          <a:bodyPr lIns="90000" tIns="46800" rIns="90000" bIns="46800" anchor="b">
            <a:normAutofit/>
          </a:bodyPr>
          <a:lstStyle>
            <a:lvl1pPr algn="l" defTabSz="479988">
              <a:lnSpc>
                <a:spcPct val="85000"/>
              </a:lnSpc>
              <a:tabLst/>
              <a:defRPr sz="4267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9169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8" y="621172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7" y="57744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E5AB0931-6FEF-E44F-935F-7796ACCDA2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969809"/>
            <a:ext cx="4828355" cy="3794627"/>
          </a:xfrm>
          <a:custGeom>
            <a:avLst/>
            <a:gdLst>
              <a:gd name="connsiteX0" fmla="*/ 0 w 4364482"/>
              <a:gd name="connsiteY0" fmla="*/ 0 h 3741833"/>
              <a:gd name="connsiteX1" fmla="*/ 3740831 w 4364482"/>
              <a:gd name="connsiteY1" fmla="*/ 0 h 3741833"/>
              <a:gd name="connsiteX2" fmla="*/ 4364482 w 4364482"/>
              <a:gd name="connsiteY2" fmla="*/ 623651 h 3741833"/>
              <a:gd name="connsiteX3" fmla="*/ 4364482 w 4364482"/>
              <a:gd name="connsiteY3" fmla="*/ 3118182 h 3741833"/>
              <a:gd name="connsiteX4" fmla="*/ 3740831 w 4364482"/>
              <a:gd name="connsiteY4" fmla="*/ 3741833 h 3741833"/>
              <a:gd name="connsiteX5" fmla="*/ 0 w 4364482"/>
              <a:gd name="connsiteY5" fmla="*/ 3741833 h 374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4482" h="3741833">
                <a:moveTo>
                  <a:pt x="0" y="0"/>
                </a:moveTo>
                <a:lnTo>
                  <a:pt x="3740831" y="0"/>
                </a:lnTo>
                <a:cubicBezTo>
                  <a:pt x="4085264" y="0"/>
                  <a:pt x="4364482" y="279218"/>
                  <a:pt x="4364482" y="623651"/>
                </a:cubicBezTo>
                <a:lnTo>
                  <a:pt x="4364482" y="3118182"/>
                </a:lnTo>
                <a:cubicBezTo>
                  <a:pt x="4364482" y="3462615"/>
                  <a:pt x="4085264" y="3741833"/>
                  <a:pt x="3740831" y="3741833"/>
                </a:cubicBezTo>
                <a:lnTo>
                  <a:pt x="0" y="374183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918" y="5328862"/>
            <a:ext cx="396682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127" b="4292"/>
          <a:stretch/>
        </p:blipFill>
        <p:spPr>
          <a:xfrm>
            <a:off x="0" y="6199458"/>
            <a:ext cx="1102261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6825" y="3561646"/>
            <a:ext cx="6024811" cy="1258993"/>
          </a:xfrm>
        </p:spPr>
        <p:txBody>
          <a:bodyPr anchor="t">
            <a:normAutofit/>
          </a:bodyPr>
          <a:lstStyle>
            <a:lvl1pPr marL="0" indent="0" algn="l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6825" y="1643937"/>
            <a:ext cx="6024811" cy="1950007"/>
          </a:xfrm>
        </p:spPr>
        <p:txBody>
          <a:bodyPr lIns="90000" tIns="46800" rIns="90000" bIns="46800" anchor="b">
            <a:norm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3B7957E-E237-BA4C-8EF0-A623B3DA49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49" y="1077513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8" y="6199458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</p:spTree>
    <p:extLst>
      <p:ext uri="{BB962C8B-B14F-4D97-AF65-F5344CB8AC3E}">
        <p14:creationId xmlns:p14="http://schemas.microsoft.com/office/powerpoint/2010/main" val="285423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1"/>
          <p:cNvSpPr>
            <a:spLocks noGrp="1"/>
          </p:cNvSpPr>
          <p:nvPr>
            <p:ph type="body" sz="quarter" idx="20" hasCustomPrompt="1"/>
          </p:nvPr>
        </p:nvSpPr>
        <p:spPr>
          <a:xfrm>
            <a:off x="2564077" y="4901976"/>
            <a:ext cx="528000" cy="38392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3" hasCustomPrompt="1"/>
          </p:nvPr>
        </p:nvSpPr>
        <p:spPr>
          <a:xfrm>
            <a:off x="8956286" y="1760407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24" hasCustomPrompt="1"/>
          </p:nvPr>
        </p:nvSpPr>
        <p:spPr>
          <a:xfrm>
            <a:off x="8956286" y="2284001"/>
            <a:ext cx="562180" cy="383920"/>
          </a:xfrm>
        </p:spPr>
        <p:txBody>
          <a:bodyPr anchor="ctr" anchorCtr="0">
            <a:noAutofit/>
          </a:bodyPr>
          <a:lstStyle>
            <a:lvl1pPr marL="0" marR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/>
            </a:pPr>
            <a:r>
              <a:rPr lang="fr-FR"/>
              <a:t>#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5" hasCustomPrompt="1"/>
          </p:nvPr>
        </p:nvSpPr>
        <p:spPr>
          <a:xfrm>
            <a:off x="8956286" y="280759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956286" y="3331191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7" hasCustomPrompt="1"/>
          </p:nvPr>
        </p:nvSpPr>
        <p:spPr>
          <a:xfrm>
            <a:off x="8956286" y="3854785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6" name="Espace réservé du texte 7"/>
          <p:cNvSpPr>
            <a:spLocks noGrp="1"/>
          </p:cNvSpPr>
          <p:nvPr>
            <p:ph type="body" sz="quarter" idx="28" hasCustomPrompt="1"/>
          </p:nvPr>
        </p:nvSpPr>
        <p:spPr>
          <a:xfrm>
            <a:off x="8956286" y="4378380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29" hasCustomPrompt="1"/>
          </p:nvPr>
        </p:nvSpPr>
        <p:spPr>
          <a:xfrm>
            <a:off x="8956286" y="490197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0" name="Espace réservé du texte 41"/>
          <p:cNvSpPr>
            <a:spLocks noGrp="1"/>
          </p:cNvSpPr>
          <p:nvPr>
            <p:ph type="body" sz="quarter" idx="32" hasCustomPrompt="1"/>
          </p:nvPr>
        </p:nvSpPr>
        <p:spPr>
          <a:xfrm>
            <a:off x="2564077" y="3851889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1" name="Espace réservé du texte 41"/>
          <p:cNvSpPr>
            <a:spLocks noGrp="1"/>
          </p:cNvSpPr>
          <p:nvPr>
            <p:ph type="body" sz="quarter" idx="33" hasCustomPrompt="1"/>
          </p:nvPr>
        </p:nvSpPr>
        <p:spPr>
          <a:xfrm>
            <a:off x="2564077" y="4361431"/>
            <a:ext cx="528000" cy="42296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2" name="Espace réservé du texte 41"/>
          <p:cNvSpPr>
            <a:spLocks noGrp="1"/>
          </p:cNvSpPr>
          <p:nvPr>
            <p:ph type="body" sz="quarter" idx="34" hasCustomPrompt="1"/>
          </p:nvPr>
        </p:nvSpPr>
        <p:spPr>
          <a:xfrm>
            <a:off x="2564077" y="28022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3" name="Espace réservé du texte 41"/>
          <p:cNvSpPr>
            <a:spLocks noGrp="1"/>
          </p:cNvSpPr>
          <p:nvPr>
            <p:ph type="body" sz="quarter" idx="35" hasCustomPrompt="1"/>
          </p:nvPr>
        </p:nvSpPr>
        <p:spPr>
          <a:xfrm>
            <a:off x="2564077" y="33270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067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4" name="Espace réservé du texte 41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77" y="1759421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5" name="Espace réservé du texte 41"/>
          <p:cNvSpPr>
            <a:spLocks noGrp="1"/>
          </p:cNvSpPr>
          <p:nvPr>
            <p:ph type="body" sz="quarter" idx="37" hasCustomPrompt="1"/>
          </p:nvPr>
        </p:nvSpPr>
        <p:spPr>
          <a:xfrm>
            <a:off x="2564077" y="2268964"/>
            <a:ext cx="528000" cy="40770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A5E48B6-2217-4DA4-B1CC-38CCECCCF6A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75487F74-24FF-DC40-80E7-8E5AA92FF66B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7796BF-CD39-364D-BD17-2CAF192F07B8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B3FD8223-E3F9-EA46-9262-66CE9CBECC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63919" y="175942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9340A4EF-5CC6-9645-878A-0316E72B0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3919" y="280759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8494AB9-029D-394F-B12C-04FC802CDE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63919" y="333119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C6D427EE-07EF-7F47-AD0D-3415B5D38B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63919" y="3854785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3C6CBC61-4134-444E-8981-D96AA62B0F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3919" y="4378380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763C05D2-2C88-F64D-8BD5-D02B998223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63919" y="490197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9666165E-2BDD-F04B-8D03-04790B0941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63919" y="228400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406496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6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7" y="2865793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93118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4129" y="2321571"/>
            <a:ext cx="4917507" cy="574287"/>
          </a:xfrm>
        </p:spPr>
        <p:txBody>
          <a:bodyPr lIns="0" tIns="0" rIns="0" bIns="0" anchor="b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28278" y="2895858"/>
            <a:ext cx="6250085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F6465EF5-B4D9-EB45-A57D-B996B23A9D44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E673AAA-EAC6-C04E-B015-CEBF16699DA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3"/>
            <a:ext cx="4988176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33332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19ABBFF-B702-4077-89C1-47B6AFA6C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3958030B-EAFB-984F-95D0-3372DE791A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8604" y="1710578"/>
            <a:ext cx="8993584" cy="3436844"/>
          </a:xfrm>
        </p:spPr>
        <p:txBody>
          <a:bodyPr lIns="36000" tIns="36000" rIns="36000" bIns="36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lang="fr-FR" sz="1733" b="0" smtClean="0">
                <a:effectLst/>
              </a:defRPr>
            </a:lvl1pPr>
          </a:lstStyle>
          <a:p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Lorem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ipsum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amet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consectetuer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nonummy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elit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sed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nibh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euismod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tincidunt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ut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laoreet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dolore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endParaRPr lang="fr-FR">
              <a:solidFill>
                <a:srgbClr val="8291A8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EA43BCB-6FD0-BC46-829F-24A755FA0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605" y="676003"/>
            <a:ext cx="10729681" cy="502811"/>
          </a:xfrm>
        </p:spPr>
        <p:txBody>
          <a:bodyPr/>
          <a:lstStyle>
            <a:lvl1pPr>
              <a:lnSpc>
                <a:spcPct val="85000"/>
              </a:lnSpc>
              <a:defRPr>
                <a:latin typeface="+mj-lt"/>
              </a:defRPr>
            </a:lvl1pPr>
          </a:lstStyle>
          <a:p>
            <a:r>
              <a:rPr lang="fr-FR"/>
              <a:t>Titre principal de la page</a:t>
            </a:r>
          </a:p>
        </p:txBody>
      </p:sp>
    </p:spTree>
    <p:extLst>
      <p:ext uri="{BB962C8B-B14F-4D97-AF65-F5344CB8AC3E}">
        <p14:creationId xmlns:p14="http://schemas.microsoft.com/office/powerpoint/2010/main" val="422913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2" y="2224552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22407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16EE3C-EBE0-4401-84EC-D1C4EC0A16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512263D-0388-614B-8819-2B50EC7C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4033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17987B-3E47-664A-A1AE-698B18D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689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1679AB-7E68-DD47-8CF4-30078084F4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2B772-23F1-5A4B-8C04-DA4D54841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texte 30">
            <a:extLst>
              <a:ext uri="{FF2B5EF4-FFF2-40B4-BE49-F238E27FC236}">
                <a16:creationId xmlns:a16="http://schemas.microsoft.com/office/drawing/2014/main" id="{6617E1D9-79FE-6D43-9FA9-B02305C783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45250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30">
            <a:extLst>
              <a:ext uri="{FF2B5EF4-FFF2-40B4-BE49-F238E27FC236}">
                <a16:creationId xmlns:a16="http://schemas.microsoft.com/office/drawing/2014/main" id="{E5B17DC9-BBCA-3B4D-A9AC-AC475AB684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8215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92F0F21D-D63D-3448-8DA1-D11D1955E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177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30">
            <a:extLst>
              <a:ext uri="{FF2B5EF4-FFF2-40B4-BE49-F238E27FC236}">
                <a16:creationId xmlns:a16="http://schemas.microsoft.com/office/drawing/2014/main" id="{8AD3BA6F-7CFC-584F-9ED5-AC04BEA259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45250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859E6A60-5915-D348-82E1-0A20EC2F0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8215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30">
            <a:extLst>
              <a:ext uri="{FF2B5EF4-FFF2-40B4-BE49-F238E27FC236}">
                <a16:creationId xmlns:a16="http://schemas.microsoft.com/office/drawing/2014/main" id="{80F80EFB-80A9-5041-9F25-FB11BF9EC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1177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F9A0B09F-FB1D-B547-9EED-FFBEF9E9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311CBFF3-0E05-0C4D-92A0-3DBD6737E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17" y="1601543"/>
            <a:ext cx="4650228" cy="41699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72881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2 contenus + 1 enc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5895914" y="6299412"/>
            <a:ext cx="400172" cy="365125"/>
          </a:xfrm>
          <a:prstGeom prst="rect">
            <a:avLst/>
          </a:prstGeom>
        </p:spPr>
        <p:txBody>
          <a:bodyPr anchor="ctr" anchorCtr="0"/>
          <a:lstStyle>
            <a:lvl1pPr>
              <a:defRPr sz="900"/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B68EDE-DBA6-405C-A38C-CE58195144C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fr-FR"/>
              <a:t>CVSA du 16/11/2023    Reboots – PMV2</a:t>
            </a:r>
          </a:p>
        </p:txBody>
      </p:sp>
      <p:sp>
        <p:nvSpPr>
          <p:cNvPr id="15" name="Espace réservé du titre 1">
            <a:extLst>
              <a:ext uri="{FF2B5EF4-FFF2-40B4-BE49-F238E27FC236}">
                <a16:creationId xmlns:a16="http://schemas.microsoft.com/office/drawing/2014/main" id="{80170307-0465-44EF-B684-5134CD2C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90" y="182222"/>
            <a:ext cx="1075751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5E7829-CD49-4198-A779-F385D82A8E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1187" y="1252779"/>
            <a:ext cx="11489624" cy="49629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 marL="409028" indent="-204515"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195466" indent="-195466">
              <a:buFont typeface="Courier New" panose="02070309020205020404" pitchFamily="49" charset="0"/>
              <a:buChar char="o"/>
              <a:defRPr/>
            </a:lvl3pPr>
            <a:lvl5pPr marL="195466" indent="-195466">
              <a:buFont typeface="Courier New" panose="02070309020205020404" pitchFamily="49" charset="0"/>
              <a:buChar char="o"/>
              <a:defRPr sz="1197">
                <a:solidFill>
                  <a:schemeClr val="bg2">
                    <a:lumMod val="25000"/>
                  </a:schemeClr>
                </a:solidFill>
              </a:defRPr>
            </a:lvl5pPr>
            <a:lvl6pPr marL="613545" indent="-204515">
              <a:defRPr>
                <a:solidFill>
                  <a:schemeClr val="bg2">
                    <a:lumMod val="25000"/>
                  </a:schemeClr>
                </a:solidFill>
              </a:defRPr>
            </a:lvl6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- 	Second level</a:t>
            </a:r>
          </a:p>
          <a:p>
            <a:pPr lvl="5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2365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3DAA5-5DFA-5B52-4B64-44486789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934988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159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fr-FR"/>
              <a:t>Titre de la page sur une ligne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8605" y="1920001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Paragraphe de niveau 1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8AD80-CC4D-8F40-A95F-0D80EF1B8B38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3E9A6646-14AF-B542-9D80-09A01C8A2F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331726" y="6403136"/>
            <a:ext cx="1528549" cy="22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 b="1" i="1">
                <a:solidFill>
                  <a:srgbClr val="009597"/>
                </a:solidFill>
              </a:defRPr>
            </a:lvl1pPr>
          </a:lstStyle>
          <a:p>
            <a:fld id="{97E35519-0E12-4946-A718-05C5C9AD0C74}" type="datetime1">
              <a:rPr lang="fr-FR" smtClean="0"/>
              <a:t>03/06/2025</a:t>
            </a:fld>
            <a:endParaRPr lang="fr-FR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08605" y="6403137"/>
            <a:ext cx="4114800" cy="2227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3" i="1">
                <a:solidFill>
                  <a:srgbClr val="7E93A7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021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17987B-3E47-664A-A1AE-698B18D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CVA du 23/02/2022    Data Quality Management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8" y="1825629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8AD80-CC4D-8F40-A95F-0D80EF1B8B38}"/>
              </a:ext>
            </a:extLst>
          </p:cNvPr>
          <p:cNvSpPr/>
          <p:nvPr userDrawn="1"/>
        </p:nvSpPr>
        <p:spPr>
          <a:xfrm>
            <a:off x="3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05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3E9A6646-14AF-B542-9D80-09A01C8A2F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223">
              <a:buFontTx/>
              <a:buNone/>
              <a:tabLst>
                <a:tab pos="3839223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851360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3DAA5-5DFA-5B52-4B64-44486789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807282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702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8" y="621172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7" y="57744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E5AB0931-6FEF-E44F-935F-7796ACCDA2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969809"/>
            <a:ext cx="4828355" cy="3794627"/>
          </a:xfrm>
          <a:custGeom>
            <a:avLst/>
            <a:gdLst>
              <a:gd name="connsiteX0" fmla="*/ 0 w 4364482"/>
              <a:gd name="connsiteY0" fmla="*/ 0 h 3741833"/>
              <a:gd name="connsiteX1" fmla="*/ 3740831 w 4364482"/>
              <a:gd name="connsiteY1" fmla="*/ 0 h 3741833"/>
              <a:gd name="connsiteX2" fmla="*/ 4364482 w 4364482"/>
              <a:gd name="connsiteY2" fmla="*/ 623651 h 3741833"/>
              <a:gd name="connsiteX3" fmla="*/ 4364482 w 4364482"/>
              <a:gd name="connsiteY3" fmla="*/ 3118182 h 3741833"/>
              <a:gd name="connsiteX4" fmla="*/ 3740831 w 4364482"/>
              <a:gd name="connsiteY4" fmla="*/ 3741833 h 3741833"/>
              <a:gd name="connsiteX5" fmla="*/ 0 w 4364482"/>
              <a:gd name="connsiteY5" fmla="*/ 3741833 h 374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4482" h="3741833">
                <a:moveTo>
                  <a:pt x="0" y="0"/>
                </a:moveTo>
                <a:lnTo>
                  <a:pt x="3740831" y="0"/>
                </a:lnTo>
                <a:cubicBezTo>
                  <a:pt x="4085264" y="0"/>
                  <a:pt x="4364482" y="279218"/>
                  <a:pt x="4364482" y="623651"/>
                </a:cubicBezTo>
                <a:lnTo>
                  <a:pt x="4364482" y="3118182"/>
                </a:lnTo>
                <a:cubicBezTo>
                  <a:pt x="4364482" y="3462615"/>
                  <a:pt x="4085264" y="3741833"/>
                  <a:pt x="3740831" y="3741833"/>
                </a:cubicBezTo>
                <a:lnTo>
                  <a:pt x="0" y="374183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918" y="5328862"/>
            <a:ext cx="396682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99458"/>
            <a:ext cx="1102261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6825" y="3561646"/>
            <a:ext cx="6024811" cy="1258993"/>
          </a:xfrm>
        </p:spPr>
        <p:txBody>
          <a:bodyPr anchor="t">
            <a:normAutofit/>
          </a:bodyPr>
          <a:lstStyle>
            <a:lvl1pPr marL="0" indent="0" algn="l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6825" y="1643937"/>
            <a:ext cx="6024811" cy="1950007"/>
          </a:xfrm>
        </p:spPr>
        <p:txBody>
          <a:bodyPr lIns="90000" tIns="46800" rIns="90000" bIns="46800" anchor="b">
            <a:norm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3B7957E-E237-BA4C-8EF0-A623B3DA49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49" y="1077513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8" y="6199458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</p:spTree>
    <p:extLst>
      <p:ext uri="{BB962C8B-B14F-4D97-AF65-F5344CB8AC3E}">
        <p14:creationId xmlns:p14="http://schemas.microsoft.com/office/powerpoint/2010/main" val="1422162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1"/>
          <p:cNvSpPr>
            <a:spLocks noGrp="1"/>
          </p:cNvSpPr>
          <p:nvPr>
            <p:ph type="body" sz="quarter" idx="20" hasCustomPrompt="1"/>
          </p:nvPr>
        </p:nvSpPr>
        <p:spPr>
          <a:xfrm>
            <a:off x="2564077" y="4901976"/>
            <a:ext cx="528000" cy="38392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3" hasCustomPrompt="1"/>
          </p:nvPr>
        </p:nvSpPr>
        <p:spPr>
          <a:xfrm>
            <a:off x="8956286" y="1760407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24" hasCustomPrompt="1"/>
          </p:nvPr>
        </p:nvSpPr>
        <p:spPr>
          <a:xfrm>
            <a:off x="8956286" y="2284001"/>
            <a:ext cx="562180" cy="383920"/>
          </a:xfrm>
        </p:spPr>
        <p:txBody>
          <a:bodyPr anchor="ctr" anchorCtr="0">
            <a:noAutofit/>
          </a:bodyPr>
          <a:lstStyle>
            <a:lvl1pPr marL="0" marR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/>
            </a:pPr>
            <a:r>
              <a:rPr lang="fr-FR"/>
              <a:t>#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5" hasCustomPrompt="1"/>
          </p:nvPr>
        </p:nvSpPr>
        <p:spPr>
          <a:xfrm>
            <a:off x="8956286" y="280759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956286" y="3331191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7" hasCustomPrompt="1"/>
          </p:nvPr>
        </p:nvSpPr>
        <p:spPr>
          <a:xfrm>
            <a:off x="8956286" y="3854785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6" name="Espace réservé du texte 7"/>
          <p:cNvSpPr>
            <a:spLocks noGrp="1"/>
          </p:cNvSpPr>
          <p:nvPr>
            <p:ph type="body" sz="quarter" idx="28" hasCustomPrompt="1"/>
          </p:nvPr>
        </p:nvSpPr>
        <p:spPr>
          <a:xfrm>
            <a:off x="8956286" y="4378380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29" hasCustomPrompt="1"/>
          </p:nvPr>
        </p:nvSpPr>
        <p:spPr>
          <a:xfrm>
            <a:off x="8956286" y="490197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0" name="Espace réservé du texte 41"/>
          <p:cNvSpPr>
            <a:spLocks noGrp="1"/>
          </p:cNvSpPr>
          <p:nvPr>
            <p:ph type="body" sz="quarter" idx="32" hasCustomPrompt="1"/>
          </p:nvPr>
        </p:nvSpPr>
        <p:spPr>
          <a:xfrm>
            <a:off x="2564077" y="3851889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1" name="Espace réservé du texte 41"/>
          <p:cNvSpPr>
            <a:spLocks noGrp="1"/>
          </p:cNvSpPr>
          <p:nvPr>
            <p:ph type="body" sz="quarter" idx="33" hasCustomPrompt="1"/>
          </p:nvPr>
        </p:nvSpPr>
        <p:spPr>
          <a:xfrm>
            <a:off x="2564077" y="4361431"/>
            <a:ext cx="528000" cy="42296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2" name="Espace réservé du texte 41"/>
          <p:cNvSpPr>
            <a:spLocks noGrp="1"/>
          </p:cNvSpPr>
          <p:nvPr>
            <p:ph type="body" sz="quarter" idx="34" hasCustomPrompt="1"/>
          </p:nvPr>
        </p:nvSpPr>
        <p:spPr>
          <a:xfrm>
            <a:off x="2564077" y="28022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3" name="Espace réservé du texte 41"/>
          <p:cNvSpPr>
            <a:spLocks noGrp="1"/>
          </p:cNvSpPr>
          <p:nvPr>
            <p:ph type="body" sz="quarter" idx="35" hasCustomPrompt="1"/>
          </p:nvPr>
        </p:nvSpPr>
        <p:spPr>
          <a:xfrm>
            <a:off x="2564077" y="33270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067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4" name="Espace réservé du texte 41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77" y="1759421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5" name="Espace réservé du texte 41"/>
          <p:cNvSpPr>
            <a:spLocks noGrp="1"/>
          </p:cNvSpPr>
          <p:nvPr>
            <p:ph type="body" sz="quarter" idx="37" hasCustomPrompt="1"/>
          </p:nvPr>
        </p:nvSpPr>
        <p:spPr>
          <a:xfrm>
            <a:off x="2564077" y="2268964"/>
            <a:ext cx="528000" cy="40770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75487F74-24FF-DC40-80E7-8E5AA92FF66B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7796BF-CD39-364D-BD17-2CAF192F07B8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B3FD8223-E3F9-EA46-9262-66CE9CBECC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63919" y="175942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9340A4EF-5CC6-9645-878A-0316E72B0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3919" y="280759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8494AB9-029D-394F-B12C-04FC802CDE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63919" y="333119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C6D427EE-07EF-7F47-AD0D-3415B5D38B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63919" y="3854785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3C6CBC61-4134-444E-8981-D96AA62B0F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3919" y="4378380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763C05D2-2C88-F64D-8BD5-D02B998223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63919" y="490197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9666165E-2BDD-F04B-8D03-04790B0941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63919" y="228400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DCF53A-4610-BE4A-847B-F54666F7711C}"/>
              </a:ext>
            </a:extLst>
          </p:cNvPr>
          <p:cNvSpPr/>
          <p:nvPr userDrawn="1"/>
        </p:nvSpPr>
        <p:spPr>
          <a:xfrm>
            <a:off x="1120079" y="1209288"/>
            <a:ext cx="1120077" cy="25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A92A4D-125A-6EA0-9BBF-B1CDE2997598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8B322582-0D4B-4D33-8B67-9C2C8C65B8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624695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6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7" y="2865793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15DA2-437F-1D4B-B2D8-9F736D826C43}"/>
              </a:ext>
            </a:extLst>
          </p:cNvPr>
          <p:cNvSpPr/>
          <p:nvPr userDrawn="1"/>
        </p:nvSpPr>
        <p:spPr>
          <a:xfrm>
            <a:off x="1120079" y="1209288"/>
            <a:ext cx="1120077" cy="25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909216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4129" y="2321571"/>
            <a:ext cx="4917507" cy="574287"/>
          </a:xfrm>
        </p:spPr>
        <p:txBody>
          <a:bodyPr lIns="0" tIns="0" rIns="0" bIns="0" anchor="b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28278" y="2895858"/>
            <a:ext cx="6250085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F6465EF5-B4D9-EB45-A57D-B996B23A9D44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E673AAA-EAC6-C04E-B015-CEBF16699DA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3"/>
            <a:ext cx="4988176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248947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2" y="1920000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19200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7E3DA627-E56F-DAF3-2348-C18A6912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C85BC-0DDF-D7F0-DC2A-F086A5F8043B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5A750C55-7B93-3F58-5CAD-44C4B42A42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02198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lignes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2" y="2160000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21600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titre 1">
            <a:extLst>
              <a:ext uri="{FF2B5EF4-FFF2-40B4-BE49-F238E27FC236}">
                <a16:creationId xmlns:a16="http://schemas.microsoft.com/office/drawing/2014/main" id="{DA11B263-658B-CA61-A7DF-E0ADA5B4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07FB8E-023E-92B7-4872-242F08CFAE02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A42C8AA7-91DD-A6E1-2B5C-C8554DEE4A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122174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920001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itre 1">
            <a:extLst>
              <a:ext uri="{FF2B5EF4-FFF2-40B4-BE49-F238E27FC236}">
                <a16:creationId xmlns:a16="http://schemas.microsoft.com/office/drawing/2014/main" id="{B3F2D2CF-A590-52DA-3916-581BBAB9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A9E66-F8DB-56B6-FA79-4D67056514FC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E7C578C5-641C-1241-4EAD-66FFDB80B79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702862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lignes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2160001"/>
            <a:ext cx="10729681" cy="3587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C5608F44-657C-037E-62B6-98301A09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23967-75C3-5310-5678-4C52E0B1E5B2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5B5BB16F-E0CA-7602-A592-F8C4A86344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660571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2B772-23F1-5A4B-8C04-DA4D54841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texte 30">
            <a:extLst>
              <a:ext uri="{FF2B5EF4-FFF2-40B4-BE49-F238E27FC236}">
                <a16:creationId xmlns:a16="http://schemas.microsoft.com/office/drawing/2014/main" id="{6617E1D9-79FE-6D43-9FA9-B02305C783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45250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30">
            <a:extLst>
              <a:ext uri="{FF2B5EF4-FFF2-40B4-BE49-F238E27FC236}">
                <a16:creationId xmlns:a16="http://schemas.microsoft.com/office/drawing/2014/main" id="{E5B17DC9-BBCA-3B4D-A9AC-AC475AB684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8215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92F0F21D-D63D-3448-8DA1-D11D1955E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177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30">
            <a:extLst>
              <a:ext uri="{FF2B5EF4-FFF2-40B4-BE49-F238E27FC236}">
                <a16:creationId xmlns:a16="http://schemas.microsoft.com/office/drawing/2014/main" id="{8AD3BA6F-7CFC-584F-9ED5-AC04BEA259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45250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859E6A60-5915-D348-82E1-0A20EC2F0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8215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30">
            <a:extLst>
              <a:ext uri="{FF2B5EF4-FFF2-40B4-BE49-F238E27FC236}">
                <a16:creationId xmlns:a16="http://schemas.microsoft.com/office/drawing/2014/main" id="{80F80EFB-80A9-5041-9F25-FB11BF9EC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1177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311CBFF3-0E05-0C4D-92A0-3DBD6737E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17" y="1601543"/>
            <a:ext cx="4650228" cy="41699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titre 1">
            <a:extLst>
              <a:ext uri="{FF2B5EF4-FFF2-40B4-BE49-F238E27FC236}">
                <a16:creationId xmlns:a16="http://schemas.microsoft.com/office/drawing/2014/main" id="{F2CB9455-F340-226B-A166-5EB8BF51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9D9302-474D-7E87-F878-DAFD69D24B75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00E2B7B2-E8C2-AB65-444D-7ECE3A1ADA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7696634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8AD80-CC4D-8F40-A95F-0D80EF1B8B38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3E9A6646-14AF-B542-9D80-09A01C8A2F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886836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4" y="1920002"/>
            <a:ext cx="10729680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AA476D-0177-4E99-B7FD-C6EBB1F14BB3}"/>
              </a:ext>
            </a:extLst>
          </p:cNvPr>
          <p:cNvSpPr/>
          <p:nvPr userDrawn="1"/>
        </p:nvSpPr>
        <p:spPr>
          <a:xfrm>
            <a:off x="1" y="1"/>
            <a:ext cx="2977116" cy="482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65" y="354269"/>
            <a:ext cx="11331220" cy="84331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58444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240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+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DC9F93AD-7998-42DD-99BC-1AE48B9198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6531" y="348345"/>
            <a:ext cx="4992000" cy="245427"/>
          </a:xfrm>
          <a:prstGeom prst="roundRect">
            <a:avLst/>
          </a:prstGeom>
          <a:solidFill>
            <a:schemeClr val="tx2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>
              <a:buFontTx/>
              <a:buNone/>
              <a:defRPr sz="1199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590227-E841-444C-88CC-68490AC2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20417" y="1795403"/>
            <a:ext cx="8704565" cy="4173928"/>
          </a:xfrm>
        </p:spPr>
        <p:txBody>
          <a:bodyPr/>
          <a:lstStyle>
            <a:lvl1pPr marL="237027" indent="-237027">
              <a:buClr>
                <a:schemeClr val="accent3"/>
              </a:buClr>
              <a:buSzPct val="105000"/>
              <a:buFont typeface="Wingdings 3" panose="05040102010807070707" pitchFamily="18" charset="2"/>
              <a:buChar char="}"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82FD90-394C-48CA-AD69-84979F70E9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37202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6531" y="348344"/>
            <a:ext cx="4992000" cy="245427"/>
          </a:xfrm>
          <a:prstGeom prst="roundRect">
            <a:avLst/>
          </a:prstGeom>
          <a:solidFill>
            <a:schemeClr val="tx2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>
              <a:buFontTx/>
              <a:buNone/>
              <a:defRPr sz="12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1793527-6271-4427-9904-148FCD8F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5807868" y="6218486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0717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itre 1">
            <a:extLst>
              <a:ext uri="{FF2B5EF4-FFF2-40B4-BE49-F238E27FC236}">
                <a16:creationId xmlns:a16="http://schemas.microsoft.com/office/drawing/2014/main" id="{D8629387-7777-0591-7A0C-C5B1924D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484157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9789E-2C30-2A70-9380-6E84D8F7F194}"/>
              </a:ext>
            </a:extLst>
          </p:cNvPr>
          <p:cNvSpPr/>
          <p:nvPr userDrawn="1"/>
        </p:nvSpPr>
        <p:spPr>
          <a:xfrm>
            <a:off x="1" y="180112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30B0DEB2-20AC-309D-EB3F-3E7D81074B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196767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58803555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8AD80-CC4D-8F40-A95F-0D80EF1B8B38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3E9A6646-14AF-B542-9D80-09A01C8A2F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2787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B76923-BEBE-45FD-9ED7-38B4D18162B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13576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Espace réservé du texte 2">
            <a:extLst>
              <a:ext uri="{FF2B5EF4-FFF2-40B4-BE49-F238E27FC236}">
                <a16:creationId xmlns:a16="http://schemas.microsoft.com/office/drawing/2014/main" id="{CEE8556D-7424-4A92-8B39-9C680D3993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9" y="6199459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934F54C-FD13-4474-8A96-1B9D694DC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50" y="1077514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A184D821-A2D0-4145-9FA0-6C793B52A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199459"/>
            <a:ext cx="1102261" cy="2431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9" y="621173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8" y="577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35" name="Forme libre 34">
            <a:extLst>
              <a:ext uri="{FF2B5EF4-FFF2-40B4-BE49-F238E27FC236}">
                <a16:creationId xmlns:a16="http://schemas.microsoft.com/office/drawing/2014/main" id="{FFBD443C-682A-FC41-944F-72E3551DB9B9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8784568-A483-874F-B85E-70D0DB76166B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4" name="Image 2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47E5111B-7CD3-924E-8E9A-1BFCF72FD6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19" y="5328864"/>
            <a:ext cx="3966829" cy="1258993"/>
          </a:xfrm>
          <a:prstGeom prst="rect">
            <a:avLst/>
          </a:prstGeom>
        </p:spPr>
      </p:pic>
      <p:sp>
        <p:nvSpPr>
          <p:cNvPr id="29" name="Sous-titre 2">
            <a:extLst>
              <a:ext uri="{FF2B5EF4-FFF2-40B4-BE49-F238E27FC236}">
                <a16:creationId xmlns:a16="http://schemas.microsoft.com/office/drawing/2014/main" id="{A73776D4-E48B-5F44-85B3-269BB04C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148" y="3652125"/>
            <a:ext cx="8888795" cy="1258993"/>
          </a:xfrm>
        </p:spPr>
        <p:txBody>
          <a:bodyPr anchor="t">
            <a:normAutofit/>
          </a:bodyPr>
          <a:lstStyle>
            <a:lvl1pPr marL="0" indent="0" algn="l" defTabSz="479976">
              <a:lnSpc>
                <a:spcPct val="85000"/>
              </a:lnSpc>
              <a:spcAft>
                <a:spcPts val="0"/>
              </a:spcAft>
              <a:buNone/>
              <a:tabLst/>
              <a:defRPr sz="4267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0C13B606-D7AD-B24C-A718-572C0A692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5147" y="1734415"/>
            <a:ext cx="8888796" cy="1950007"/>
          </a:xfrm>
        </p:spPr>
        <p:txBody>
          <a:bodyPr lIns="90000" tIns="46800" rIns="90000" bIns="46800" anchor="b">
            <a:normAutofit/>
          </a:bodyPr>
          <a:lstStyle>
            <a:lvl1pPr algn="l" defTabSz="479976">
              <a:lnSpc>
                <a:spcPct val="85000"/>
              </a:lnSpc>
              <a:tabLst/>
              <a:defRPr sz="4267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408176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9" y="621173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8" y="577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E5AB0931-6FEF-E44F-935F-7796ACCDA2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969809"/>
            <a:ext cx="4828355" cy="3794627"/>
          </a:xfrm>
          <a:custGeom>
            <a:avLst/>
            <a:gdLst>
              <a:gd name="connsiteX0" fmla="*/ 0 w 4364482"/>
              <a:gd name="connsiteY0" fmla="*/ 0 h 3741833"/>
              <a:gd name="connsiteX1" fmla="*/ 3740831 w 4364482"/>
              <a:gd name="connsiteY1" fmla="*/ 0 h 3741833"/>
              <a:gd name="connsiteX2" fmla="*/ 4364482 w 4364482"/>
              <a:gd name="connsiteY2" fmla="*/ 623651 h 3741833"/>
              <a:gd name="connsiteX3" fmla="*/ 4364482 w 4364482"/>
              <a:gd name="connsiteY3" fmla="*/ 3118182 h 3741833"/>
              <a:gd name="connsiteX4" fmla="*/ 3740831 w 4364482"/>
              <a:gd name="connsiteY4" fmla="*/ 3741833 h 3741833"/>
              <a:gd name="connsiteX5" fmla="*/ 0 w 4364482"/>
              <a:gd name="connsiteY5" fmla="*/ 3741833 h 374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4482" h="3741833">
                <a:moveTo>
                  <a:pt x="0" y="0"/>
                </a:moveTo>
                <a:lnTo>
                  <a:pt x="3740831" y="0"/>
                </a:lnTo>
                <a:cubicBezTo>
                  <a:pt x="4085264" y="0"/>
                  <a:pt x="4364482" y="279218"/>
                  <a:pt x="4364482" y="623651"/>
                </a:cubicBezTo>
                <a:lnTo>
                  <a:pt x="4364482" y="3118182"/>
                </a:lnTo>
                <a:cubicBezTo>
                  <a:pt x="4364482" y="3462615"/>
                  <a:pt x="4085264" y="3741833"/>
                  <a:pt x="3740831" y="3741833"/>
                </a:cubicBezTo>
                <a:lnTo>
                  <a:pt x="0" y="374183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19" y="5328864"/>
            <a:ext cx="396682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199459"/>
            <a:ext cx="1102261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6825" y="3561648"/>
            <a:ext cx="6024811" cy="1258993"/>
          </a:xfrm>
        </p:spPr>
        <p:txBody>
          <a:bodyPr anchor="t">
            <a:normAutofit/>
          </a:bodyPr>
          <a:lstStyle>
            <a:lvl1pPr marL="0" indent="0" algn="l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6825" y="1643938"/>
            <a:ext cx="6024811" cy="1950007"/>
          </a:xfrm>
        </p:spPr>
        <p:txBody>
          <a:bodyPr lIns="90000" tIns="46800" rIns="90000" bIns="46800" anchor="b">
            <a:norm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3B7957E-E237-BA4C-8EF0-A623B3DA49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50" y="1077514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9" y="6199459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</p:spTree>
    <p:extLst>
      <p:ext uri="{BB962C8B-B14F-4D97-AF65-F5344CB8AC3E}">
        <p14:creationId xmlns:p14="http://schemas.microsoft.com/office/powerpoint/2010/main" val="14498914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1"/>
          <p:cNvSpPr>
            <a:spLocks noGrp="1"/>
          </p:cNvSpPr>
          <p:nvPr>
            <p:ph type="body" sz="quarter" idx="20" hasCustomPrompt="1"/>
          </p:nvPr>
        </p:nvSpPr>
        <p:spPr>
          <a:xfrm>
            <a:off x="2564077" y="4901977"/>
            <a:ext cx="528000" cy="38392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3" hasCustomPrompt="1"/>
          </p:nvPr>
        </p:nvSpPr>
        <p:spPr>
          <a:xfrm>
            <a:off x="8956287" y="1760407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24" hasCustomPrompt="1"/>
          </p:nvPr>
        </p:nvSpPr>
        <p:spPr>
          <a:xfrm>
            <a:off x="8956287" y="2284001"/>
            <a:ext cx="562180" cy="383920"/>
          </a:xfrm>
        </p:spPr>
        <p:txBody>
          <a:bodyPr anchor="ctr" anchorCtr="0">
            <a:noAutofit/>
          </a:bodyPr>
          <a:lstStyle>
            <a:lvl1pPr marL="0" marR="0" indent="0" algn="r" defTabSz="3839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r" defTabSz="3839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808" algn="r"/>
              </a:tabLst>
              <a:defRPr/>
            </a:pPr>
            <a:r>
              <a:rPr lang="fr-FR"/>
              <a:t>#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5" hasCustomPrompt="1"/>
          </p:nvPr>
        </p:nvSpPr>
        <p:spPr>
          <a:xfrm>
            <a:off x="8956287" y="280759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956287" y="3331191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7" hasCustomPrompt="1"/>
          </p:nvPr>
        </p:nvSpPr>
        <p:spPr>
          <a:xfrm>
            <a:off x="8956287" y="3854785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6" name="Espace réservé du texte 7"/>
          <p:cNvSpPr>
            <a:spLocks noGrp="1"/>
          </p:cNvSpPr>
          <p:nvPr>
            <p:ph type="body" sz="quarter" idx="28" hasCustomPrompt="1"/>
          </p:nvPr>
        </p:nvSpPr>
        <p:spPr>
          <a:xfrm>
            <a:off x="8956287" y="4378380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29" hasCustomPrompt="1"/>
          </p:nvPr>
        </p:nvSpPr>
        <p:spPr>
          <a:xfrm>
            <a:off x="8956287" y="490197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0" name="Espace réservé du texte 41"/>
          <p:cNvSpPr>
            <a:spLocks noGrp="1"/>
          </p:cNvSpPr>
          <p:nvPr>
            <p:ph type="body" sz="quarter" idx="32" hasCustomPrompt="1"/>
          </p:nvPr>
        </p:nvSpPr>
        <p:spPr>
          <a:xfrm>
            <a:off x="2564077" y="3851889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1" name="Espace réservé du texte 41"/>
          <p:cNvSpPr>
            <a:spLocks noGrp="1"/>
          </p:cNvSpPr>
          <p:nvPr>
            <p:ph type="body" sz="quarter" idx="33" hasCustomPrompt="1"/>
          </p:nvPr>
        </p:nvSpPr>
        <p:spPr>
          <a:xfrm>
            <a:off x="2564077" y="4361432"/>
            <a:ext cx="528000" cy="42296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2" name="Espace réservé du texte 41"/>
          <p:cNvSpPr>
            <a:spLocks noGrp="1"/>
          </p:cNvSpPr>
          <p:nvPr>
            <p:ph type="body" sz="quarter" idx="34" hasCustomPrompt="1"/>
          </p:nvPr>
        </p:nvSpPr>
        <p:spPr>
          <a:xfrm>
            <a:off x="2564077" y="28022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3" name="Espace réservé du texte 41"/>
          <p:cNvSpPr>
            <a:spLocks noGrp="1"/>
          </p:cNvSpPr>
          <p:nvPr>
            <p:ph type="body" sz="quarter" idx="35" hasCustomPrompt="1"/>
          </p:nvPr>
        </p:nvSpPr>
        <p:spPr>
          <a:xfrm>
            <a:off x="2564077" y="33270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067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4" name="Espace réservé du texte 41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77" y="1759421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5" name="Espace réservé du texte 41"/>
          <p:cNvSpPr>
            <a:spLocks noGrp="1"/>
          </p:cNvSpPr>
          <p:nvPr>
            <p:ph type="body" sz="quarter" idx="37" hasCustomPrompt="1"/>
          </p:nvPr>
        </p:nvSpPr>
        <p:spPr>
          <a:xfrm>
            <a:off x="2564077" y="2268965"/>
            <a:ext cx="528000" cy="40770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A5E48B6-2217-4DA4-B1CC-38CCECCCF6A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34A3FE-3E5D-7748-A543-AB6BC08C3245}"/>
              </a:ext>
            </a:extLst>
          </p:cNvPr>
          <p:cNvSpPr/>
          <p:nvPr userDrawn="1"/>
        </p:nvSpPr>
        <p:spPr>
          <a:xfrm>
            <a:off x="0" y="668721"/>
            <a:ext cx="2063261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2" name="Espace réservé du texte 7">
            <a:extLst>
              <a:ext uri="{FF2B5EF4-FFF2-40B4-BE49-F238E27FC236}">
                <a16:creationId xmlns:a16="http://schemas.microsoft.com/office/drawing/2014/main" id="{3921F113-D2D6-C04C-8F93-87BFD27E1A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78230" y="668721"/>
            <a:ext cx="1583751" cy="269123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4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SOMMAIRE</a:t>
            </a:r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75487F74-24FF-DC40-80E7-8E5AA92FF66B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7796BF-CD39-364D-BD17-2CAF192F07B8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B3FD8223-E3F9-EA46-9262-66CE9CBECC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63920" y="175942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9340A4EF-5CC6-9645-878A-0316E72B0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3920" y="280759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8494AB9-029D-394F-B12C-04FC802CDE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63920" y="333119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C6D427EE-07EF-7F47-AD0D-3415B5D38B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63920" y="3854785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3C6CBC61-4134-444E-8981-D96AA62B0F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3920" y="4378380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763C05D2-2C88-F64D-8BD5-D02B998223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63920" y="490197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9666165E-2BDD-F04B-8D03-04790B0941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63920" y="228400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339701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8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8" y="2865794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1676730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4129" y="2321573"/>
            <a:ext cx="4917507" cy="574287"/>
          </a:xfrm>
        </p:spPr>
        <p:txBody>
          <a:bodyPr lIns="0" tIns="0" rIns="0" bIns="0" anchor="b">
            <a:no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28279" y="2895859"/>
            <a:ext cx="6250085" cy="469132"/>
          </a:xfrm>
        </p:spPr>
        <p:txBody>
          <a:bodyPr lIns="0" tIns="0" rIns="0" bIns="0" anchor="t">
            <a:noAutofit/>
          </a:bodyPr>
          <a:lstStyle>
            <a:lvl1pPr marL="0" indent="0" algn="r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4"/>
            <a:ext cx="4988176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9542210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19ABBFF-B702-4077-89C1-47B6AFA6C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F0453-E5D1-EE4C-AFCE-AA0EB245A89B}"/>
              </a:ext>
            </a:extLst>
          </p:cNvPr>
          <p:cNvSpPr/>
          <p:nvPr userDrawn="1"/>
        </p:nvSpPr>
        <p:spPr>
          <a:xfrm>
            <a:off x="2" y="275561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3A30E36-40F7-1346-A1EF-ADC189A64C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275561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3958030B-EAFB-984F-95D0-3372DE791A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8604" y="1710579"/>
            <a:ext cx="8993584" cy="3436844"/>
          </a:xfrm>
        </p:spPr>
        <p:txBody>
          <a:bodyPr lIns="36000" tIns="36000" rIns="36000" bIns="36000"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lang="fr-FR" sz="1733" b="0" smtClean="0">
                <a:effectLst/>
              </a:defRPr>
            </a:lvl1pPr>
          </a:lstStyle>
          <a:p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Lorem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ipsum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amet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consectetuer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nonummy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elit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sed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nibh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euismod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tincidunt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ut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laoreet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dolore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endParaRPr lang="fr-FR">
              <a:solidFill>
                <a:srgbClr val="8291A8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EA43BCB-6FD0-BC46-829F-24A755FA0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606" y="676004"/>
            <a:ext cx="10729681" cy="502811"/>
          </a:xfrm>
        </p:spPr>
        <p:txBody>
          <a:bodyPr/>
          <a:lstStyle>
            <a:lvl1pPr>
              <a:lnSpc>
                <a:spcPct val="85000"/>
              </a:lnSpc>
              <a:defRPr>
                <a:latin typeface="+mj-lt"/>
              </a:defRPr>
            </a:lvl1pPr>
          </a:lstStyle>
          <a:p>
            <a:r>
              <a:rPr lang="fr-FR"/>
              <a:t>Titre principal de la page</a:t>
            </a:r>
          </a:p>
        </p:txBody>
      </p:sp>
    </p:spTree>
    <p:extLst>
      <p:ext uri="{BB962C8B-B14F-4D97-AF65-F5344CB8AC3E}">
        <p14:creationId xmlns:p14="http://schemas.microsoft.com/office/powerpoint/2010/main" val="36010919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4" y="2224552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22407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16EE3C-EBE0-4401-84EC-D1C4EC0A16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Digital </a:t>
            </a:r>
            <a:r>
              <a:rPr lang="fr-FR" err="1"/>
              <a:t>Factory</a:t>
            </a:r>
            <a:r>
              <a:rPr lang="fr-FR"/>
              <a:t> – Stratégie Mobile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512263D-0388-614B-8819-2B50EC7C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676003"/>
            <a:ext cx="10729681" cy="84331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C5BEA4-181E-9148-AA1E-8207B1CCE50B}"/>
              </a:ext>
            </a:extLst>
          </p:cNvPr>
          <p:cNvSpPr/>
          <p:nvPr userDrawn="1"/>
        </p:nvSpPr>
        <p:spPr>
          <a:xfrm>
            <a:off x="2" y="275561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2BEF3247-1AD2-DD46-9C46-982975C988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275561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892614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6" y="1825628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17987B-3E47-664A-A1AE-698B18D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Digital </a:t>
            </a:r>
            <a:r>
              <a:rPr lang="fr-FR" err="1"/>
              <a:t>Factory</a:t>
            </a:r>
            <a:r>
              <a:rPr lang="fr-FR"/>
              <a:t> – Stratégie mobile</a:t>
            </a:r>
          </a:p>
        </p:txBody>
      </p:sp>
    </p:spTree>
    <p:extLst>
      <p:ext uri="{BB962C8B-B14F-4D97-AF65-F5344CB8AC3E}">
        <p14:creationId xmlns:p14="http://schemas.microsoft.com/office/powerpoint/2010/main" val="27466441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1679AB-7E68-DD47-8CF4-30078084F4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2B772-23F1-5A4B-8C04-DA4D54841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texte 30">
            <a:extLst>
              <a:ext uri="{FF2B5EF4-FFF2-40B4-BE49-F238E27FC236}">
                <a16:creationId xmlns:a16="http://schemas.microsoft.com/office/drawing/2014/main" id="{6617E1D9-79FE-6D43-9FA9-B02305C783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45250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30">
            <a:extLst>
              <a:ext uri="{FF2B5EF4-FFF2-40B4-BE49-F238E27FC236}">
                <a16:creationId xmlns:a16="http://schemas.microsoft.com/office/drawing/2014/main" id="{E5B17DC9-BBCA-3B4D-A9AC-AC475AB684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8216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92F0F21D-D63D-3448-8DA1-D11D1955E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177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30">
            <a:extLst>
              <a:ext uri="{FF2B5EF4-FFF2-40B4-BE49-F238E27FC236}">
                <a16:creationId xmlns:a16="http://schemas.microsoft.com/office/drawing/2014/main" id="{8AD3BA6F-7CFC-584F-9ED5-AC04BEA259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45250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859E6A60-5915-D348-82E1-0A20EC2F0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8216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30">
            <a:extLst>
              <a:ext uri="{FF2B5EF4-FFF2-40B4-BE49-F238E27FC236}">
                <a16:creationId xmlns:a16="http://schemas.microsoft.com/office/drawing/2014/main" id="{80F80EFB-80A9-5041-9F25-FB11BF9EC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1177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F9A0B09F-FB1D-B547-9EED-FFBEF9E9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676003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311CBFF3-0E05-0C4D-92A0-3DBD6737E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18" y="1601543"/>
            <a:ext cx="4650228" cy="41699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B9BF8-9B24-BB4C-97DF-BDA6A86B4E97}"/>
              </a:ext>
            </a:extLst>
          </p:cNvPr>
          <p:cNvSpPr/>
          <p:nvPr userDrawn="1"/>
        </p:nvSpPr>
        <p:spPr>
          <a:xfrm>
            <a:off x="2" y="275561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FFEEEC1-7F1A-8146-83E5-A7FC64B798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275561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0849803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19281-748A-49E3-A32C-F3A6DA6C49F4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6531" y="348345"/>
            <a:ext cx="4992000" cy="245427"/>
          </a:xfrm>
          <a:prstGeom prst="roundRect">
            <a:avLst/>
          </a:prstGeom>
          <a:solidFill>
            <a:schemeClr val="tx2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>
              <a:buFontTx/>
              <a:buNone/>
              <a:defRPr sz="1199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1793527-6271-4427-9904-148FCD8F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19ABBFF-B702-4077-89C1-47B6AFA6C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9032824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2100-C196-4F9C-840D-30AA63A153D3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3685-28F0-4ED6-8332-EED3C0CB8B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480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86AD1D8-2F5E-4AC5-8649-2520B86445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" y="0"/>
            <a:ext cx="12188388" cy="6858000"/>
          </a:xfrm>
          <a:prstGeom prst="rect">
            <a:avLst/>
          </a:prstGeom>
        </p:spPr>
      </p:pic>
      <p:pic>
        <p:nvPicPr>
          <p:cNvPr id="52" name="Graphique 5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4184" y="5846221"/>
            <a:ext cx="4160749" cy="816331"/>
          </a:xfrm>
          <a:prstGeom prst="rect">
            <a:avLst/>
          </a:prstGeom>
        </p:spPr>
      </p:pic>
      <p:sp>
        <p:nvSpPr>
          <p:cNvPr id="77" name="Espace réservé du texte 76"/>
          <p:cNvSpPr>
            <a:spLocks noGrp="1"/>
          </p:cNvSpPr>
          <p:nvPr>
            <p:ph type="body" sz="quarter" idx="10" hasCustomPrompt="1"/>
          </p:nvPr>
        </p:nvSpPr>
        <p:spPr>
          <a:xfrm>
            <a:off x="948365" y="3501959"/>
            <a:ext cx="6290795" cy="790935"/>
          </a:xfrm>
        </p:spPr>
        <p:txBody>
          <a:bodyPr lIns="36000" tIns="0" rIns="36000" bIns="36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cap="all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 DE LA Présentation sur deux lignes maximum</a:t>
            </a:r>
          </a:p>
        </p:txBody>
      </p:sp>
      <p:sp>
        <p:nvSpPr>
          <p:cNvPr id="86" name="Espace réservé du texte 2">
            <a:extLst>
              <a:ext uri="{FF2B5EF4-FFF2-40B4-BE49-F238E27FC236}">
                <a16:creationId xmlns:a16="http://schemas.microsoft.com/office/drawing/2014/main" id="{CEE8556D-7424-4A92-8B39-9C680D3993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8360" y="4405107"/>
            <a:ext cx="2458253" cy="243100"/>
          </a:xfrm>
        </p:spPr>
        <p:txBody>
          <a:bodyPr lIns="36000" tIns="0" rIns="36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5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30" name="Forme libre 12">
            <a:extLst>
              <a:ext uri="{FF2B5EF4-FFF2-40B4-BE49-F238E27FC236}">
                <a16:creationId xmlns:a16="http://schemas.microsoft.com/office/drawing/2014/main" id="{81A18231-E5A6-43A3-ABCD-1C7588289151}"/>
              </a:ext>
            </a:extLst>
          </p:cNvPr>
          <p:cNvSpPr/>
          <p:nvPr userDrawn="1"/>
        </p:nvSpPr>
        <p:spPr bwMode="gray">
          <a:xfrm>
            <a:off x="431803" y="439766"/>
            <a:ext cx="11760200" cy="5236233"/>
          </a:xfrm>
          <a:custGeom>
            <a:avLst/>
            <a:gdLst>
              <a:gd name="connsiteX0" fmla="*/ 315491 w 8820150"/>
              <a:gd name="connsiteY0" fmla="*/ 0 h 5850001"/>
              <a:gd name="connsiteX1" fmla="*/ 711374 w 8820150"/>
              <a:gd name="connsiteY1" fmla="*/ 0 h 5850001"/>
              <a:gd name="connsiteX2" fmla="*/ 8504660 w 8820150"/>
              <a:gd name="connsiteY2" fmla="*/ 0 h 5850001"/>
              <a:gd name="connsiteX3" fmla="*/ 8820150 w 8820150"/>
              <a:gd name="connsiteY3" fmla="*/ 0 h 5850001"/>
              <a:gd name="connsiteX4" fmla="*/ 8820150 w 8820150"/>
              <a:gd name="connsiteY4" fmla="*/ 18000 h 5850001"/>
              <a:gd name="connsiteX5" fmla="*/ 8567110 w 8820150"/>
              <a:gd name="connsiteY5" fmla="*/ 18000 h 5850001"/>
              <a:gd name="connsiteX6" fmla="*/ 773824 w 8820150"/>
              <a:gd name="connsiteY6" fmla="*/ 18000 h 5850001"/>
              <a:gd name="connsiteX7" fmla="*/ 377941 w 8820150"/>
              <a:gd name="connsiteY7" fmla="*/ 18000 h 5850001"/>
              <a:gd name="connsiteX8" fmla="*/ 62450 w 8820150"/>
              <a:gd name="connsiteY8" fmla="*/ 331550 h 5850001"/>
              <a:gd name="connsiteX9" fmla="*/ 62450 w 8820150"/>
              <a:gd name="connsiteY9" fmla="*/ 5518450 h 5850001"/>
              <a:gd name="connsiteX10" fmla="*/ 377941 w 8820150"/>
              <a:gd name="connsiteY10" fmla="*/ 5831999 h 5850001"/>
              <a:gd name="connsiteX11" fmla="*/ 8567109 w 8820150"/>
              <a:gd name="connsiteY11" fmla="*/ 5832000 h 5850001"/>
              <a:gd name="connsiteX12" fmla="*/ 8567119 w 8820150"/>
              <a:gd name="connsiteY12" fmla="*/ 5831999 h 5850001"/>
              <a:gd name="connsiteX13" fmla="*/ 8820150 w 8820150"/>
              <a:gd name="connsiteY13" fmla="*/ 5831999 h 5850001"/>
              <a:gd name="connsiteX14" fmla="*/ 8820150 w 8820150"/>
              <a:gd name="connsiteY14" fmla="*/ 5850000 h 5850001"/>
              <a:gd name="connsiteX15" fmla="*/ 8504669 w 8820150"/>
              <a:gd name="connsiteY15" fmla="*/ 5850000 h 5850001"/>
              <a:gd name="connsiteX16" fmla="*/ 8504659 w 8820150"/>
              <a:gd name="connsiteY16" fmla="*/ 5850001 h 5850001"/>
              <a:gd name="connsiteX17" fmla="*/ 315491 w 8820150"/>
              <a:gd name="connsiteY17" fmla="*/ 5850000 h 5850001"/>
              <a:gd name="connsiteX18" fmla="*/ 0 w 8820150"/>
              <a:gd name="connsiteY18" fmla="*/ 5534509 h 5850001"/>
              <a:gd name="connsiteX19" fmla="*/ 0 w 8820150"/>
              <a:gd name="connsiteY19" fmla="*/ 315491 h 5850001"/>
              <a:gd name="connsiteX20" fmla="*/ 315491 w 8820150"/>
              <a:gd name="connsiteY20" fmla="*/ 0 h 585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820150" h="5850001">
                <a:moveTo>
                  <a:pt x="315491" y="0"/>
                </a:moveTo>
                <a:lnTo>
                  <a:pt x="711374" y="0"/>
                </a:lnTo>
                <a:lnTo>
                  <a:pt x="8504660" y="0"/>
                </a:lnTo>
                <a:lnTo>
                  <a:pt x="8820150" y="0"/>
                </a:lnTo>
                <a:lnTo>
                  <a:pt x="8820150" y="18000"/>
                </a:lnTo>
                <a:lnTo>
                  <a:pt x="8567110" y="18000"/>
                </a:lnTo>
                <a:lnTo>
                  <a:pt x="773824" y="18000"/>
                </a:lnTo>
                <a:lnTo>
                  <a:pt x="377941" y="18000"/>
                </a:lnTo>
                <a:cubicBezTo>
                  <a:pt x="203700" y="18000"/>
                  <a:pt x="62450" y="158381"/>
                  <a:pt x="62450" y="331550"/>
                </a:cubicBezTo>
                <a:lnTo>
                  <a:pt x="62450" y="5518450"/>
                </a:lnTo>
                <a:cubicBezTo>
                  <a:pt x="62450" y="5691619"/>
                  <a:pt x="203700" y="5831999"/>
                  <a:pt x="377941" y="5831999"/>
                </a:cubicBezTo>
                <a:lnTo>
                  <a:pt x="8567109" y="5832000"/>
                </a:lnTo>
                <a:lnTo>
                  <a:pt x="8567119" y="5831999"/>
                </a:lnTo>
                <a:lnTo>
                  <a:pt x="8820150" y="5831999"/>
                </a:lnTo>
                <a:lnTo>
                  <a:pt x="8820150" y="5850000"/>
                </a:lnTo>
                <a:lnTo>
                  <a:pt x="8504669" y="5850000"/>
                </a:lnTo>
                <a:lnTo>
                  <a:pt x="8504659" y="5850001"/>
                </a:lnTo>
                <a:lnTo>
                  <a:pt x="315491" y="5850000"/>
                </a:lnTo>
                <a:cubicBezTo>
                  <a:pt x="141250" y="5850000"/>
                  <a:pt x="0" y="5708750"/>
                  <a:pt x="0" y="5534509"/>
                </a:cubicBezTo>
                <a:lnTo>
                  <a:pt x="0" y="315491"/>
                </a:lnTo>
                <a:cubicBezTo>
                  <a:pt x="0" y="141250"/>
                  <a:pt x="141250" y="0"/>
                  <a:pt x="315491" y="0"/>
                </a:cubicBez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584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934F54C-FD13-4474-8A96-1B9D694DC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366" y="5797079"/>
            <a:ext cx="5179753" cy="269991"/>
          </a:xfrm>
        </p:spPr>
        <p:txBody>
          <a:bodyPr lIns="36000" tIns="36000" rIns="3600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51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Nom de la BU/SU EMETTRICE</a:t>
            </a:r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58CB5AAC-7152-4F80-8FC4-B8DEF9A90C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366" y="6107573"/>
            <a:ext cx="3898153" cy="192000"/>
          </a:xfrm>
        </p:spPr>
        <p:txBody>
          <a:bodyPr lIns="36000" tIns="0" rIns="36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3" name="Espace réservé du texte 2">
            <a:extLst>
              <a:ext uri="{FF2B5EF4-FFF2-40B4-BE49-F238E27FC236}">
                <a16:creationId xmlns:a16="http://schemas.microsoft.com/office/drawing/2014/main" id="{A9BA2F05-0C9A-4EA5-948A-AE208E41F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366" y="6306999"/>
            <a:ext cx="3898153" cy="192000"/>
          </a:xfrm>
        </p:spPr>
        <p:txBody>
          <a:bodyPr lIns="36000" tIns="0" rIns="36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9CD5D79-F452-46A2-9726-A38E6D509F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366" y="6505300"/>
            <a:ext cx="3898153" cy="192000"/>
          </a:xfrm>
        </p:spPr>
        <p:txBody>
          <a:bodyPr lIns="36000" tIns="0" rIns="36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Service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5FEBDFD-1546-4300-9D5A-0F07729848F2}"/>
              </a:ext>
            </a:extLst>
          </p:cNvPr>
          <p:cNvSpPr/>
          <p:nvPr userDrawn="1"/>
        </p:nvSpPr>
        <p:spPr>
          <a:xfrm>
            <a:off x="431801" y="3445141"/>
            <a:ext cx="246435" cy="123217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84"/>
          </a:p>
        </p:txBody>
      </p:sp>
    </p:spTree>
    <p:extLst>
      <p:ext uri="{BB962C8B-B14F-4D97-AF65-F5344CB8AC3E}">
        <p14:creationId xmlns:p14="http://schemas.microsoft.com/office/powerpoint/2010/main" val="38996798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1586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Espace réservé du texte 2">
            <a:extLst>
              <a:ext uri="{FF2B5EF4-FFF2-40B4-BE49-F238E27FC236}">
                <a16:creationId xmlns:a16="http://schemas.microsoft.com/office/drawing/2014/main" id="{CEE8556D-7424-4A92-8B39-9C680D3993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8" y="6199458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934F54C-FD13-4474-8A96-1B9D694DC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49" y="1077513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A184D821-A2D0-4145-9FA0-6C793B52A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7" b="4292"/>
          <a:stretch/>
        </p:blipFill>
        <p:spPr>
          <a:xfrm>
            <a:off x="0" y="6199458"/>
            <a:ext cx="1102261" cy="2431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8" y="621172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7" y="57744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35" name="Forme libre 34">
            <a:extLst>
              <a:ext uri="{FF2B5EF4-FFF2-40B4-BE49-F238E27FC236}">
                <a16:creationId xmlns:a16="http://schemas.microsoft.com/office/drawing/2014/main" id="{FFBD443C-682A-FC41-944F-72E3551DB9B9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8784568-A483-874F-B85E-70D0DB76166B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4" name="Image 2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47E5111B-7CD3-924E-8E9A-1BFCF72FD6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18" y="5328862"/>
            <a:ext cx="3966829" cy="1258993"/>
          </a:xfrm>
          <a:prstGeom prst="rect">
            <a:avLst/>
          </a:prstGeom>
        </p:spPr>
      </p:pic>
      <p:sp>
        <p:nvSpPr>
          <p:cNvPr id="29" name="Sous-titre 2">
            <a:extLst>
              <a:ext uri="{FF2B5EF4-FFF2-40B4-BE49-F238E27FC236}">
                <a16:creationId xmlns:a16="http://schemas.microsoft.com/office/drawing/2014/main" id="{A73776D4-E48B-5F44-85B3-269BB04C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147" y="3652124"/>
            <a:ext cx="8888795" cy="1258993"/>
          </a:xfrm>
        </p:spPr>
        <p:txBody>
          <a:bodyPr anchor="t">
            <a:normAutofit/>
          </a:bodyPr>
          <a:lstStyle>
            <a:lvl1pPr marL="0" indent="0" algn="l" defTabSz="479988">
              <a:lnSpc>
                <a:spcPct val="85000"/>
              </a:lnSpc>
              <a:spcAft>
                <a:spcPts val="0"/>
              </a:spcAft>
              <a:buNone/>
              <a:tabLst/>
              <a:defRPr sz="4267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0C13B606-D7AD-B24C-A718-572C0A692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5147" y="1734414"/>
            <a:ext cx="8888796" cy="1950007"/>
          </a:xfrm>
        </p:spPr>
        <p:txBody>
          <a:bodyPr lIns="90000" tIns="46800" rIns="90000" bIns="46800" anchor="b">
            <a:normAutofit/>
          </a:bodyPr>
          <a:lstStyle>
            <a:lvl1pPr algn="l" defTabSz="479988">
              <a:lnSpc>
                <a:spcPct val="85000"/>
              </a:lnSpc>
              <a:tabLst/>
              <a:defRPr sz="4267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555907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8" y="621172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7" y="57744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E5AB0931-6FEF-E44F-935F-7796ACCDA2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969809"/>
            <a:ext cx="4828355" cy="3794627"/>
          </a:xfrm>
          <a:custGeom>
            <a:avLst/>
            <a:gdLst>
              <a:gd name="connsiteX0" fmla="*/ 0 w 4364482"/>
              <a:gd name="connsiteY0" fmla="*/ 0 h 3741833"/>
              <a:gd name="connsiteX1" fmla="*/ 3740831 w 4364482"/>
              <a:gd name="connsiteY1" fmla="*/ 0 h 3741833"/>
              <a:gd name="connsiteX2" fmla="*/ 4364482 w 4364482"/>
              <a:gd name="connsiteY2" fmla="*/ 623651 h 3741833"/>
              <a:gd name="connsiteX3" fmla="*/ 4364482 w 4364482"/>
              <a:gd name="connsiteY3" fmla="*/ 3118182 h 3741833"/>
              <a:gd name="connsiteX4" fmla="*/ 3740831 w 4364482"/>
              <a:gd name="connsiteY4" fmla="*/ 3741833 h 3741833"/>
              <a:gd name="connsiteX5" fmla="*/ 0 w 4364482"/>
              <a:gd name="connsiteY5" fmla="*/ 3741833 h 374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4482" h="3741833">
                <a:moveTo>
                  <a:pt x="0" y="0"/>
                </a:moveTo>
                <a:lnTo>
                  <a:pt x="3740831" y="0"/>
                </a:lnTo>
                <a:cubicBezTo>
                  <a:pt x="4085264" y="0"/>
                  <a:pt x="4364482" y="279218"/>
                  <a:pt x="4364482" y="623651"/>
                </a:cubicBezTo>
                <a:lnTo>
                  <a:pt x="4364482" y="3118182"/>
                </a:lnTo>
                <a:cubicBezTo>
                  <a:pt x="4364482" y="3462615"/>
                  <a:pt x="4085264" y="3741833"/>
                  <a:pt x="3740831" y="3741833"/>
                </a:cubicBezTo>
                <a:lnTo>
                  <a:pt x="0" y="374183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18" y="5328862"/>
            <a:ext cx="396682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7" b="4292"/>
          <a:stretch/>
        </p:blipFill>
        <p:spPr>
          <a:xfrm>
            <a:off x="0" y="6199458"/>
            <a:ext cx="1102261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6825" y="3561646"/>
            <a:ext cx="6024811" cy="1258993"/>
          </a:xfrm>
        </p:spPr>
        <p:txBody>
          <a:bodyPr anchor="t">
            <a:normAutofit/>
          </a:bodyPr>
          <a:lstStyle>
            <a:lvl1pPr marL="0" indent="0" algn="l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6825" y="1643937"/>
            <a:ext cx="6024811" cy="1950007"/>
          </a:xfrm>
        </p:spPr>
        <p:txBody>
          <a:bodyPr lIns="90000" tIns="46800" rIns="90000" bIns="46800" anchor="b">
            <a:norm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3B7957E-E237-BA4C-8EF0-A623B3DA49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49" y="1077513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8" y="6199458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</p:spTree>
    <p:extLst>
      <p:ext uri="{BB962C8B-B14F-4D97-AF65-F5344CB8AC3E}">
        <p14:creationId xmlns:p14="http://schemas.microsoft.com/office/powerpoint/2010/main" val="39486872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1"/>
          <p:cNvSpPr>
            <a:spLocks noGrp="1"/>
          </p:cNvSpPr>
          <p:nvPr>
            <p:ph type="body" sz="quarter" idx="20" hasCustomPrompt="1"/>
          </p:nvPr>
        </p:nvSpPr>
        <p:spPr>
          <a:xfrm>
            <a:off x="2564077" y="4901976"/>
            <a:ext cx="528000" cy="38392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3" hasCustomPrompt="1"/>
          </p:nvPr>
        </p:nvSpPr>
        <p:spPr>
          <a:xfrm>
            <a:off x="8956286" y="1760407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24" hasCustomPrompt="1"/>
          </p:nvPr>
        </p:nvSpPr>
        <p:spPr>
          <a:xfrm>
            <a:off x="8956286" y="2284001"/>
            <a:ext cx="562180" cy="383920"/>
          </a:xfrm>
        </p:spPr>
        <p:txBody>
          <a:bodyPr anchor="ctr" anchorCtr="0">
            <a:noAutofit/>
          </a:bodyPr>
          <a:lstStyle>
            <a:lvl1pPr marL="0" marR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r" defTabSz="38399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904" algn="r"/>
              </a:tabLst>
              <a:defRPr/>
            </a:pPr>
            <a:r>
              <a:rPr lang="fr-FR"/>
              <a:t>#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5" hasCustomPrompt="1"/>
          </p:nvPr>
        </p:nvSpPr>
        <p:spPr>
          <a:xfrm>
            <a:off x="8956286" y="280759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956286" y="3331191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7" hasCustomPrompt="1"/>
          </p:nvPr>
        </p:nvSpPr>
        <p:spPr>
          <a:xfrm>
            <a:off x="8956286" y="3854785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6" name="Espace réservé du texte 7"/>
          <p:cNvSpPr>
            <a:spLocks noGrp="1"/>
          </p:cNvSpPr>
          <p:nvPr>
            <p:ph type="body" sz="quarter" idx="28" hasCustomPrompt="1"/>
          </p:nvPr>
        </p:nvSpPr>
        <p:spPr>
          <a:xfrm>
            <a:off x="8956286" y="4378380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29" hasCustomPrompt="1"/>
          </p:nvPr>
        </p:nvSpPr>
        <p:spPr>
          <a:xfrm>
            <a:off x="8956286" y="490197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0" name="Espace réservé du texte 41"/>
          <p:cNvSpPr>
            <a:spLocks noGrp="1"/>
          </p:cNvSpPr>
          <p:nvPr>
            <p:ph type="body" sz="quarter" idx="32" hasCustomPrompt="1"/>
          </p:nvPr>
        </p:nvSpPr>
        <p:spPr>
          <a:xfrm>
            <a:off x="2564077" y="3851889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1" name="Espace réservé du texte 41"/>
          <p:cNvSpPr>
            <a:spLocks noGrp="1"/>
          </p:cNvSpPr>
          <p:nvPr>
            <p:ph type="body" sz="quarter" idx="33" hasCustomPrompt="1"/>
          </p:nvPr>
        </p:nvSpPr>
        <p:spPr>
          <a:xfrm>
            <a:off x="2564077" y="4361431"/>
            <a:ext cx="528000" cy="42296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2" name="Espace réservé du texte 41"/>
          <p:cNvSpPr>
            <a:spLocks noGrp="1"/>
          </p:cNvSpPr>
          <p:nvPr>
            <p:ph type="body" sz="quarter" idx="34" hasCustomPrompt="1"/>
          </p:nvPr>
        </p:nvSpPr>
        <p:spPr>
          <a:xfrm>
            <a:off x="2564077" y="28022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3" name="Espace réservé du texte 41"/>
          <p:cNvSpPr>
            <a:spLocks noGrp="1"/>
          </p:cNvSpPr>
          <p:nvPr>
            <p:ph type="body" sz="quarter" idx="35" hasCustomPrompt="1"/>
          </p:nvPr>
        </p:nvSpPr>
        <p:spPr>
          <a:xfrm>
            <a:off x="2564077" y="33270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067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4" name="Espace réservé du texte 41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77" y="1759421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5" name="Espace réservé du texte 41"/>
          <p:cNvSpPr>
            <a:spLocks noGrp="1"/>
          </p:cNvSpPr>
          <p:nvPr>
            <p:ph type="body" sz="quarter" idx="37" hasCustomPrompt="1"/>
          </p:nvPr>
        </p:nvSpPr>
        <p:spPr>
          <a:xfrm>
            <a:off x="2564077" y="2268964"/>
            <a:ext cx="528000" cy="40770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A5E48B6-2217-4DA4-B1CC-38CCECCCF6A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34A3FE-3E5D-7748-A543-AB6BC08C3245}"/>
              </a:ext>
            </a:extLst>
          </p:cNvPr>
          <p:cNvSpPr/>
          <p:nvPr userDrawn="1"/>
        </p:nvSpPr>
        <p:spPr>
          <a:xfrm>
            <a:off x="0" y="668721"/>
            <a:ext cx="2063261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2" name="Espace réservé du texte 7">
            <a:extLst>
              <a:ext uri="{FF2B5EF4-FFF2-40B4-BE49-F238E27FC236}">
                <a16:creationId xmlns:a16="http://schemas.microsoft.com/office/drawing/2014/main" id="{3921F113-D2D6-C04C-8F93-87BFD27E1A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78229" y="668721"/>
            <a:ext cx="1583751" cy="269123"/>
          </a:xfrm>
        </p:spPr>
        <p:txBody>
          <a:bodyPr anchor="ctr" anchorCtr="0">
            <a:noAutofit/>
          </a:bodyPr>
          <a:lstStyle>
            <a:lvl1pPr marL="0" indent="0" algn="r" defTabSz="3839904">
              <a:buFontTx/>
              <a:buNone/>
              <a:tabLst>
                <a:tab pos="3839904" algn="r"/>
              </a:tabLst>
              <a:defRPr sz="14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SOMMAIRE</a:t>
            </a:r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75487F74-24FF-DC40-80E7-8E5AA92FF66B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7796BF-CD39-364D-BD17-2CAF192F07B8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B3FD8223-E3F9-EA46-9262-66CE9CBECC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63919" y="175942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9340A4EF-5CC6-9645-878A-0316E72B0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3919" y="280759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8494AB9-029D-394F-B12C-04FC802CDE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63919" y="333119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C6D427EE-07EF-7F47-AD0D-3415B5D38B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63919" y="3854785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3C6CBC61-4134-444E-8981-D96AA62B0F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3919" y="4378380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763C05D2-2C88-F64D-8BD5-D02B998223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63919" y="490197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9666165E-2BDD-F04B-8D03-04790B0941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63919" y="228400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4579649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6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7" y="2865793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7094084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3E1566-2C30-48A1-AC20-CF5844064A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4129" y="2321571"/>
            <a:ext cx="4917507" cy="574287"/>
          </a:xfrm>
        </p:spPr>
        <p:txBody>
          <a:bodyPr lIns="0" tIns="0" rIns="0" bIns="0" anchor="b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28278" y="2895858"/>
            <a:ext cx="6250085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F6465EF5-B4D9-EB45-A57D-B996B23A9D44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E673AAA-EAC6-C04E-B015-CEBF16699DA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3"/>
            <a:ext cx="4988176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2915401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19ABBFF-B702-4077-89C1-47B6AFA6C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F0453-E5D1-EE4C-AFCE-AA0EB245A89B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3A30E36-40F7-1346-A1EF-ADC189A64C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3958030B-EAFB-984F-95D0-3372DE791A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8604" y="1710578"/>
            <a:ext cx="8993584" cy="3436844"/>
          </a:xfrm>
        </p:spPr>
        <p:txBody>
          <a:bodyPr lIns="36000" tIns="36000" rIns="36000" bIns="36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lang="fr-FR" sz="1733" b="0" smtClean="0">
                <a:effectLst/>
              </a:defRPr>
            </a:lvl1pPr>
          </a:lstStyle>
          <a:p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Lorem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ipsum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amet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consectetuer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nonummy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elit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sed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nibh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euismod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tincidunt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ut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laoreet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dolore</a:t>
            </a:r>
            <a:r>
              <a:rPr lang="fr-FR" b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diam.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Donec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dapibus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erat a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commodo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pellentesque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lectus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turpis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placerat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mauris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feugiat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mollis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risus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dolor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 in </a:t>
            </a:r>
            <a:r>
              <a:rPr lang="fr-FR" err="1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ligula</a:t>
            </a:r>
            <a:r>
              <a:rPr lang="fr-FR">
                <a:solidFill>
                  <a:srgbClr val="8291A8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endParaRPr lang="fr-FR">
              <a:solidFill>
                <a:srgbClr val="8291A8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EA43BCB-6FD0-BC46-829F-24A755FA0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605" y="676003"/>
            <a:ext cx="10729681" cy="502811"/>
          </a:xfrm>
        </p:spPr>
        <p:txBody>
          <a:bodyPr/>
          <a:lstStyle>
            <a:lvl1pPr>
              <a:lnSpc>
                <a:spcPct val="85000"/>
              </a:lnSpc>
              <a:defRPr>
                <a:latin typeface="+mj-lt"/>
              </a:defRPr>
            </a:lvl1pPr>
          </a:lstStyle>
          <a:p>
            <a:r>
              <a:rPr lang="fr-FR"/>
              <a:t>Titre principal de la page</a:t>
            </a:r>
          </a:p>
        </p:txBody>
      </p:sp>
    </p:spTree>
    <p:extLst>
      <p:ext uri="{BB962C8B-B14F-4D97-AF65-F5344CB8AC3E}">
        <p14:creationId xmlns:p14="http://schemas.microsoft.com/office/powerpoint/2010/main" val="15677391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2" y="2224552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22407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16EE3C-EBE0-4401-84EC-D1C4EC0A16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512263D-0388-614B-8819-2B50EC7C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C5BEA4-181E-9148-AA1E-8207B1CCE50B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2BEF3247-1AD2-DD46-9C46-982975C988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301661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17987B-3E47-664A-A1AE-698B18D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330501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1679AB-7E68-DD47-8CF4-30078084F4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CVSA du __/__/202_    &lt;Nom du projet&gt;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2B772-23F1-5A4B-8C04-DA4D54841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texte 30">
            <a:extLst>
              <a:ext uri="{FF2B5EF4-FFF2-40B4-BE49-F238E27FC236}">
                <a16:creationId xmlns:a16="http://schemas.microsoft.com/office/drawing/2014/main" id="{6617E1D9-79FE-6D43-9FA9-B02305C783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45250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30">
            <a:extLst>
              <a:ext uri="{FF2B5EF4-FFF2-40B4-BE49-F238E27FC236}">
                <a16:creationId xmlns:a16="http://schemas.microsoft.com/office/drawing/2014/main" id="{E5B17DC9-BBCA-3B4D-A9AC-AC475AB684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8215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92F0F21D-D63D-3448-8DA1-D11D1955E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177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30">
            <a:extLst>
              <a:ext uri="{FF2B5EF4-FFF2-40B4-BE49-F238E27FC236}">
                <a16:creationId xmlns:a16="http://schemas.microsoft.com/office/drawing/2014/main" id="{8AD3BA6F-7CFC-584F-9ED5-AC04BEA259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45250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859E6A60-5915-D348-82E1-0A20EC2F0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8215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30">
            <a:extLst>
              <a:ext uri="{FF2B5EF4-FFF2-40B4-BE49-F238E27FC236}">
                <a16:creationId xmlns:a16="http://schemas.microsoft.com/office/drawing/2014/main" id="{80F80EFB-80A9-5041-9F25-FB11BF9EC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1177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F9A0B09F-FB1D-B547-9EED-FFBEF9E9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311CBFF3-0E05-0C4D-92A0-3DBD6737E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17" y="1601543"/>
            <a:ext cx="4650228" cy="41699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B9BF8-9B24-BB4C-97DF-BDA6A86B4E97}"/>
              </a:ext>
            </a:extLst>
          </p:cNvPr>
          <p:cNvSpPr/>
          <p:nvPr userDrawn="1"/>
        </p:nvSpPr>
        <p:spPr>
          <a:xfrm>
            <a:off x="1" y="275560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FFEEEC1-7F1A-8146-83E5-A7FC64B798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8" y="275560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904">
              <a:buFontTx/>
              <a:buNone/>
              <a:tabLst>
                <a:tab pos="3839904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2715098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17987B-3E47-664A-A1AE-698B18D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Digital </a:t>
            </a:r>
            <a:r>
              <a:rPr lang="fr-FR" err="1"/>
              <a:t>Factory</a:t>
            </a:r>
            <a:r>
              <a:rPr lang="fr-FR"/>
              <a:t> – Stratégie mobile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4E7E225-A391-43E2-95A2-BCE3E01D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06237"/>
            <a:ext cx="10729681" cy="84331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204181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6" y="7215"/>
            <a:ext cx="138853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10251949" y="621173"/>
            <a:ext cx="1366377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3195378" y="577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E5AB0931-6FEF-E44F-935F-7796ACCDA2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969809"/>
            <a:ext cx="4828355" cy="3794627"/>
          </a:xfrm>
          <a:custGeom>
            <a:avLst/>
            <a:gdLst>
              <a:gd name="connsiteX0" fmla="*/ 0 w 4364482"/>
              <a:gd name="connsiteY0" fmla="*/ 0 h 3741833"/>
              <a:gd name="connsiteX1" fmla="*/ 3740831 w 4364482"/>
              <a:gd name="connsiteY1" fmla="*/ 0 h 3741833"/>
              <a:gd name="connsiteX2" fmla="*/ 4364482 w 4364482"/>
              <a:gd name="connsiteY2" fmla="*/ 623651 h 3741833"/>
              <a:gd name="connsiteX3" fmla="*/ 4364482 w 4364482"/>
              <a:gd name="connsiteY3" fmla="*/ 3118182 h 3741833"/>
              <a:gd name="connsiteX4" fmla="*/ 3740831 w 4364482"/>
              <a:gd name="connsiteY4" fmla="*/ 3741833 h 3741833"/>
              <a:gd name="connsiteX5" fmla="*/ 0 w 4364482"/>
              <a:gd name="connsiteY5" fmla="*/ 3741833 h 374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4482" h="3741833">
                <a:moveTo>
                  <a:pt x="0" y="0"/>
                </a:moveTo>
                <a:lnTo>
                  <a:pt x="3740831" y="0"/>
                </a:lnTo>
                <a:cubicBezTo>
                  <a:pt x="4085264" y="0"/>
                  <a:pt x="4364482" y="279218"/>
                  <a:pt x="4364482" y="623651"/>
                </a:cubicBezTo>
                <a:lnTo>
                  <a:pt x="4364482" y="3118182"/>
                </a:lnTo>
                <a:cubicBezTo>
                  <a:pt x="4364482" y="3462615"/>
                  <a:pt x="4085264" y="3741833"/>
                  <a:pt x="3740831" y="3741833"/>
                </a:cubicBezTo>
                <a:lnTo>
                  <a:pt x="0" y="374183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919" y="5328864"/>
            <a:ext cx="396682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99459"/>
            <a:ext cx="1102261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6825" y="3561648"/>
            <a:ext cx="6024811" cy="1258993"/>
          </a:xfrm>
        </p:spPr>
        <p:txBody>
          <a:bodyPr anchor="t">
            <a:normAutofit/>
          </a:bodyPr>
          <a:lstStyle>
            <a:lvl1pPr marL="0" indent="0" algn="l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6825" y="1643938"/>
            <a:ext cx="6024811" cy="1950007"/>
          </a:xfrm>
        </p:spPr>
        <p:txBody>
          <a:bodyPr lIns="90000" tIns="46800" rIns="90000" bIns="46800" anchor="b">
            <a:norm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3B7957E-E237-BA4C-8EF0-A623B3DA49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5150" y="1077514"/>
            <a:ext cx="5179753" cy="269991"/>
          </a:xfrm>
        </p:spPr>
        <p:txBody>
          <a:bodyPr lIns="36000" tIns="3600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1" i="0" cap="all" baseline="0">
                <a:solidFill>
                  <a:schemeClr val="accent2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Nom de la BU/SU EMETTRICE (facultatif)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5149" y="6199459"/>
            <a:ext cx="5179753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Nom / fonction</a:t>
            </a:r>
          </a:p>
        </p:txBody>
      </p:sp>
    </p:spTree>
    <p:extLst>
      <p:ext uri="{BB962C8B-B14F-4D97-AF65-F5344CB8AC3E}">
        <p14:creationId xmlns:p14="http://schemas.microsoft.com/office/powerpoint/2010/main" val="38820531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1"/>
          <p:cNvSpPr>
            <a:spLocks noGrp="1"/>
          </p:cNvSpPr>
          <p:nvPr>
            <p:ph type="body" sz="quarter" idx="20" hasCustomPrompt="1"/>
          </p:nvPr>
        </p:nvSpPr>
        <p:spPr>
          <a:xfrm>
            <a:off x="2564077" y="4901977"/>
            <a:ext cx="528000" cy="38392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3" hasCustomPrompt="1"/>
          </p:nvPr>
        </p:nvSpPr>
        <p:spPr>
          <a:xfrm>
            <a:off x="8956287" y="1760407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24" hasCustomPrompt="1"/>
          </p:nvPr>
        </p:nvSpPr>
        <p:spPr>
          <a:xfrm>
            <a:off x="8956287" y="2284001"/>
            <a:ext cx="562180" cy="383920"/>
          </a:xfrm>
        </p:spPr>
        <p:txBody>
          <a:bodyPr anchor="ctr" anchorCtr="0">
            <a:noAutofit/>
          </a:bodyPr>
          <a:lstStyle>
            <a:lvl1pPr marL="0" marR="0" indent="0" algn="r" defTabSz="3839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r" defTabSz="3839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3839808" algn="r"/>
              </a:tabLst>
              <a:defRPr/>
            </a:pPr>
            <a:r>
              <a:rPr lang="fr-FR"/>
              <a:t>#</a:t>
            </a:r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5" hasCustomPrompt="1"/>
          </p:nvPr>
        </p:nvSpPr>
        <p:spPr>
          <a:xfrm>
            <a:off x="8956287" y="280759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4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956287" y="3331191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7" hasCustomPrompt="1"/>
          </p:nvPr>
        </p:nvSpPr>
        <p:spPr>
          <a:xfrm>
            <a:off x="8956287" y="3854785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6" name="Espace réservé du texte 7"/>
          <p:cNvSpPr>
            <a:spLocks noGrp="1"/>
          </p:cNvSpPr>
          <p:nvPr>
            <p:ph type="body" sz="quarter" idx="28" hasCustomPrompt="1"/>
          </p:nvPr>
        </p:nvSpPr>
        <p:spPr>
          <a:xfrm>
            <a:off x="8956287" y="4378380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29" hasCustomPrompt="1"/>
          </p:nvPr>
        </p:nvSpPr>
        <p:spPr>
          <a:xfrm>
            <a:off x="8956287" y="4901976"/>
            <a:ext cx="562180" cy="383920"/>
          </a:xfrm>
        </p:spPr>
        <p:txBody>
          <a:bodyPr anchor="ctr" anchorCtr="0">
            <a:noAutofit/>
          </a:bodyPr>
          <a:lstStyle>
            <a:lvl1pPr marL="0" indent="0" algn="r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0" name="Espace réservé du texte 41"/>
          <p:cNvSpPr>
            <a:spLocks noGrp="1"/>
          </p:cNvSpPr>
          <p:nvPr>
            <p:ph type="body" sz="quarter" idx="32" hasCustomPrompt="1"/>
          </p:nvPr>
        </p:nvSpPr>
        <p:spPr>
          <a:xfrm>
            <a:off x="2564077" y="3851889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1" name="Espace réservé du texte 41"/>
          <p:cNvSpPr>
            <a:spLocks noGrp="1"/>
          </p:cNvSpPr>
          <p:nvPr>
            <p:ph type="body" sz="quarter" idx="33" hasCustomPrompt="1"/>
          </p:nvPr>
        </p:nvSpPr>
        <p:spPr>
          <a:xfrm>
            <a:off x="2564077" y="4361432"/>
            <a:ext cx="528000" cy="42296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2" name="Espace réservé du texte 41"/>
          <p:cNvSpPr>
            <a:spLocks noGrp="1"/>
          </p:cNvSpPr>
          <p:nvPr>
            <p:ph type="body" sz="quarter" idx="34" hasCustomPrompt="1"/>
          </p:nvPr>
        </p:nvSpPr>
        <p:spPr>
          <a:xfrm>
            <a:off x="2564077" y="28022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3" name="Espace réservé du texte 41"/>
          <p:cNvSpPr>
            <a:spLocks noGrp="1"/>
          </p:cNvSpPr>
          <p:nvPr>
            <p:ph type="body" sz="quarter" idx="35" hasCustomPrompt="1"/>
          </p:nvPr>
        </p:nvSpPr>
        <p:spPr>
          <a:xfrm>
            <a:off x="2564077" y="3327089"/>
            <a:ext cx="528000" cy="3991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067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4" name="Espace réservé du texte 41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77" y="1759421"/>
            <a:ext cx="528000" cy="38392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35" name="Espace réservé du texte 41"/>
          <p:cNvSpPr>
            <a:spLocks noGrp="1"/>
          </p:cNvSpPr>
          <p:nvPr>
            <p:ph type="body" sz="quarter" idx="37" hasCustomPrompt="1"/>
          </p:nvPr>
        </p:nvSpPr>
        <p:spPr>
          <a:xfrm>
            <a:off x="2564077" y="2268965"/>
            <a:ext cx="528000" cy="40770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FontTx/>
              <a:buNone/>
              <a:defRPr sz="3200" b="1" i="0">
                <a:solidFill>
                  <a:schemeClr val="accent4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75487F74-24FF-DC40-80E7-8E5AA92FF66B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7796BF-CD39-364D-BD17-2CAF192F07B8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B3FD8223-E3F9-EA46-9262-66CE9CBECC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63920" y="175942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9340A4EF-5CC6-9645-878A-0316E72B0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3920" y="280759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8494AB9-029D-394F-B12C-04FC802CDE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63920" y="333119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C6D427EE-07EF-7F47-AD0D-3415B5D38B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63920" y="3854785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3C6CBC61-4134-444E-8981-D96AA62B0F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3920" y="4378380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763C05D2-2C88-F64D-8BD5-D02B998223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63920" y="4901976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9666165E-2BDD-F04B-8D03-04790B0941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63920" y="2284001"/>
            <a:ext cx="5402991" cy="383920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867" b="0" i="0">
                <a:solidFill>
                  <a:schemeClr val="tx2"/>
                </a:solidFill>
                <a:latin typeface="+mj-lt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DCF53A-4610-BE4A-847B-F54666F7711C}"/>
              </a:ext>
            </a:extLst>
          </p:cNvPr>
          <p:cNvSpPr/>
          <p:nvPr userDrawn="1"/>
        </p:nvSpPr>
        <p:spPr>
          <a:xfrm>
            <a:off x="1120080" y="1209289"/>
            <a:ext cx="1120077" cy="25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A92A4D-125A-6EA0-9BBF-B1CDE2997598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8B322582-0D4B-4D33-8B67-9C2C8C65B8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86127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8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8" y="2865794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15DA2-437F-1D4B-B2D8-9F736D826C43}"/>
              </a:ext>
            </a:extLst>
          </p:cNvPr>
          <p:cNvSpPr/>
          <p:nvPr userDrawn="1"/>
        </p:nvSpPr>
        <p:spPr>
          <a:xfrm>
            <a:off x="1120080" y="1209289"/>
            <a:ext cx="1120077" cy="25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9635970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4129" y="2321573"/>
            <a:ext cx="4917507" cy="574287"/>
          </a:xfrm>
        </p:spPr>
        <p:txBody>
          <a:bodyPr lIns="0" tIns="0" rIns="0" bIns="0" anchor="b">
            <a:noAutofit/>
          </a:bodyPr>
          <a:lstStyle>
            <a:lvl1pPr algn="l" defTabSz="479976">
              <a:lnSpc>
                <a:spcPct val="85000"/>
              </a:lnSpc>
              <a:tabLst/>
              <a:defRPr sz="4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28279" y="2895859"/>
            <a:ext cx="6250085" cy="469132"/>
          </a:xfrm>
        </p:spPr>
        <p:txBody>
          <a:bodyPr lIns="0" tIns="0" rIns="0" bIns="0" anchor="t">
            <a:noAutofit/>
          </a:bodyPr>
          <a:lstStyle>
            <a:lvl1pPr marL="0" indent="0" algn="r" defTabSz="479976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609570" indent="0" algn="ctr">
              <a:buNone/>
              <a:defRPr sz="2667"/>
            </a:lvl2pPr>
            <a:lvl3pPr marL="1219140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8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F6465EF5-B4D9-EB45-A57D-B996B23A9D44}"/>
              </a:ext>
            </a:extLst>
          </p:cNvPr>
          <p:cNvSpPr/>
          <p:nvPr userDrawn="1"/>
        </p:nvSpPr>
        <p:spPr>
          <a:xfrm>
            <a:off x="8768848" y="4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E673AAA-EAC6-C04E-B015-CEBF16699DA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2" y="603654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4"/>
            <a:ext cx="4988176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7760370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4" y="1920000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19200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7E3DA627-E56F-DAF3-2348-C18A6912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484158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C85BC-0DDF-D7F0-DC2A-F086A5F8043B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5A750C55-7B93-3F58-5CAD-44C4B42A42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690967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lignes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3484" y="2160000"/>
            <a:ext cx="5034953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5384" y="2160000"/>
            <a:ext cx="5035200" cy="3656848"/>
          </a:xfrm>
        </p:spPr>
        <p:txBody>
          <a:bodyPr lIns="36000" tIns="36000" rIns="36000" bIns="36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titre 1">
            <a:extLst>
              <a:ext uri="{FF2B5EF4-FFF2-40B4-BE49-F238E27FC236}">
                <a16:creationId xmlns:a16="http://schemas.microsoft.com/office/drawing/2014/main" id="{DA11B263-658B-CA61-A7DF-E0ADA5B4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484158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07FB8E-023E-92B7-4872-242F08CFAE02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A42C8AA7-91DD-A6E1-2B5C-C8554DEE4A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9190035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6" y="1920002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itre 1">
            <a:extLst>
              <a:ext uri="{FF2B5EF4-FFF2-40B4-BE49-F238E27FC236}">
                <a16:creationId xmlns:a16="http://schemas.microsoft.com/office/drawing/2014/main" id="{B3F2D2CF-A590-52DA-3916-581BBAB9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484158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A9E66-F8DB-56B6-FA79-4D67056514FC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E7C578C5-641C-1241-4EAD-66FFDB80B79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841417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lignes + 1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6" y="2160002"/>
            <a:ext cx="10729681" cy="3587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C5608F44-657C-037E-62B6-98301A09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484158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23967-75C3-5310-5678-4C52E0B1E5B2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5B5BB16F-E0CA-7602-A592-F8C4A86344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4970103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2B772-23F1-5A4B-8C04-DA4D54841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texte 30">
            <a:extLst>
              <a:ext uri="{FF2B5EF4-FFF2-40B4-BE49-F238E27FC236}">
                <a16:creationId xmlns:a16="http://schemas.microsoft.com/office/drawing/2014/main" id="{6617E1D9-79FE-6D43-9FA9-B02305C783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45250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30">
            <a:extLst>
              <a:ext uri="{FF2B5EF4-FFF2-40B4-BE49-F238E27FC236}">
                <a16:creationId xmlns:a16="http://schemas.microsoft.com/office/drawing/2014/main" id="{E5B17DC9-BBCA-3B4D-A9AC-AC475AB684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8216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92F0F21D-D63D-3448-8DA1-D11D1955E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177" y="1610157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30">
            <a:extLst>
              <a:ext uri="{FF2B5EF4-FFF2-40B4-BE49-F238E27FC236}">
                <a16:creationId xmlns:a16="http://schemas.microsoft.com/office/drawing/2014/main" id="{8AD3BA6F-7CFC-584F-9ED5-AC04BEA259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45250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859E6A60-5915-D348-82E1-0A20EC2F0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8216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30">
            <a:extLst>
              <a:ext uri="{FF2B5EF4-FFF2-40B4-BE49-F238E27FC236}">
                <a16:creationId xmlns:a16="http://schemas.microsoft.com/office/drawing/2014/main" id="{80F80EFB-80A9-5041-9F25-FB11BF9EC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1177" y="3754339"/>
            <a:ext cx="1936939" cy="2017184"/>
          </a:xfrm>
          <a:prstGeom prst="roundRect">
            <a:avLst/>
          </a:prstGeom>
          <a:ln>
            <a:solidFill>
              <a:schemeClr val="tx2"/>
            </a:solidFill>
          </a:ln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400"/>
              </a:spcAft>
              <a:buFontTx/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311CBFF3-0E05-0C4D-92A0-3DBD6737E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18" y="1601543"/>
            <a:ext cx="4650228" cy="41699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titre 1">
            <a:extLst>
              <a:ext uri="{FF2B5EF4-FFF2-40B4-BE49-F238E27FC236}">
                <a16:creationId xmlns:a16="http://schemas.microsoft.com/office/drawing/2014/main" id="{F2CB9455-F340-226B-A166-5EB8BF51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6" y="484158"/>
            <a:ext cx="10729681" cy="50986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>
            <a:lvl1pPr>
              <a:defRPr sz="2133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9D9302-474D-7E87-F878-DAFD69D24B75}"/>
              </a:ext>
            </a:extLst>
          </p:cNvPr>
          <p:cNvSpPr/>
          <p:nvPr userDrawn="1"/>
        </p:nvSpPr>
        <p:spPr>
          <a:xfrm>
            <a:off x="2" y="180113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00E2B7B2-E8C2-AB65-444D-7ECE3A1ADA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196768"/>
            <a:ext cx="2458795" cy="23581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1108995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1615-B7F8-B640-B215-72296B08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0816C-6867-864C-8E6B-D3A304918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4DD0DFD-5048-354F-A6EE-751867BF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606" y="1825628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8AD80-CC4D-8F40-A95F-0D80EF1B8B38}"/>
              </a:ext>
            </a:extLst>
          </p:cNvPr>
          <p:cNvSpPr/>
          <p:nvPr userDrawn="1"/>
        </p:nvSpPr>
        <p:spPr>
          <a:xfrm>
            <a:off x="2" y="275561"/>
            <a:ext cx="259706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3E9A6646-14AF-B542-9D80-09A01C8A2F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269" y="275561"/>
            <a:ext cx="2458795" cy="269123"/>
          </a:xfrm>
        </p:spPr>
        <p:txBody>
          <a:bodyPr anchor="ctr" anchorCtr="0">
            <a:noAutofit/>
          </a:bodyPr>
          <a:lstStyle>
            <a:lvl1pPr marL="0" indent="0" algn="l" defTabSz="3839808">
              <a:buFontTx/>
              <a:buNone/>
              <a:tabLst>
                <a:tab pos="3839808" algn="r"/>
              </a:tabLst>
              <a:defRPr sz="10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RAPPEL DU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279121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">
  <p:cSld name="standard">
    <p:bg>
      <p:bgPr>
        <a:solidFill>
          <a:srgbClr val="FFFFF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8;p2"/>
          <p:cNvGrpSpPr/>
          <p:nvPr/>
        </p:nvGrpSpPr>
        <p:grpSpPr>
          <a:xfrm>
            <a:off x="711294" y="6400809"/>
            <a:ext cx="465823" cy="465823"/>
            <a:chOff x="1190625" y="238125"/>
            <a:chExt cx="5230050" cy="5230050"/>
          </a:xfrm>
        </p:grpSpPr>
        <p:sp>
          <p:nvSpPr>
            <p:cNvPr id="9" name="Google Shape;9;p2"/>
            <p:cNvSpPr/>
            <p:nvPr/>
          </p:nvSpPr>
          <p:spPr>
            <a:xfrm>
              <a:off x="1190625" y="238125"/>
              <a:ext cx="5230050" cy="5230050"/>
            </a:xfrm>
            <a:custGeom>
              <a:avLst/>
              <a:gdLst/>
              <a:ahLst/>
              <a:cxnLst/>
              <a:rect l="l" t="t" r="r" b="b"/>
              <a:pathLst>
                <a:path w="209202" h="209202" extrusionOk="0">
                  <a:moveTo>
                    <a:pt x="0" y="0"/>
                  </a:moveTo>
                  <a:lnTo>
                    <a:pt x="0" y="209201"/>
                  </a:lnTo>
                  <a:lnTo>
                    <a:pt x="209201" y="209201"/>
                  </a:lnTo>
                  <a:lnTo>
                    <a:pt x="2092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10;p2"/>
            <p:cNvSpPr/>
            <p:nvPr/>
          </p:nvSpPr>
          <p:spPr>
            <a:xfrm>
              <a:off x="1902975" y="1889000"/>
              <a:ext cx="3785000" cy="2380425"/>
            </a:xfrm>
            <a:custGeom>
              <a:avLst/>
              <a:gdLst/>
              <a:ahLst/>
              <a:cxnLst/>
              <a:rect l="l" t="t" r="r" b="b"/>
              <a:pathLst>
                <a:path w="151400" h="95217" extrusionOk="0">
                  <a:moveTo>
                    <a:pt x="30518" y="2969"/>
                  </a:moveTo>
                  <a:cubicBezTo>
                    <a:pt x="30949" y="2969"/>
                    <a:pt x="31144" y="3433"/>
                    <a:pt x="30741" y="4106"/>
                  </a:cubicBezTo>
                  <a:cubicBezTo>
                    <a:pt x="29463" y="6217"/>
                    <a:pt x="29404" y="7612"/>
                    <a:pt x="29308" y="9297"/>
                  </a:cubicBezTo>
                  <a:cubicBezTo>
                    <a:pt x="29255" y="10209"/>
                    <a:pt x="28635" y="10690"/>
                    <a:pt x="28043" y="10690"/>
                  </a:cubicBezTo>
                  <a:cubicBezTo>
                    <a:pt x="27542" y="10690"/>
                    <a:pt x="27061" y="10346"/>
                    <a:pt x="26964" y="9626"/>
                  </a:cubicBezTo>
                  <a:cubicBezTo>
                    <a:pt x="26654" y="7302"/>
                    <a:pt x="27680" y="4415"/>
                    <a:pt x="30082" y="3098"/>
                  </a:cubicBezTo>
                  <a:cubicBezTo>
                    <a:pt x="30242" y="3010"/>
                    <a:pt x="30390" y="2969"/>
                    <a:pt x="30518" y="2969"/>
                  </a:cubicBezTo>
                  <a:close/>
                  <a:moveTo>
                    <a:pt x="90602" y="8417"/>
                  </a:moveTo>
                  <a:cubicBezTo>
                    <a:pt x="92455" y="8417"/>
                    <a:pt x="92532" y="9132"/>
                    <a:pt x="91816" y="9587"/>
                  </a:cubicBezTo>
                  <a:cubicBezTo>
                    <a:pt x="91022" y="10130"/>
                    <a:pt x="89414" y="10750"/>
                    <a:pt x="87109" y="11215"/>
                  </a:cubicBezTo>
                  <a:cubicBezTo>
                    <a:pt x="84901" y="11660"/>
                    <a:pt x="78431" y="12106"/>
                    <a:pt x="76785" y="12183"/>
                  </a:cubicBezTo>
                  <a:cubicBezTo>
                    <a:pt x="76204" y="12220"/>
                    <a:pt x="75651" y="12260"/>
                    <a:pt x="75155" y="12260"/>
                  </a:cubicBezTo>
                  <a:cubicBezTo>
                    <a:pt x="74361" y="12260"/>
                    <a:pt x="73711" y="12158"/>
                    <a:pt x="73317" y="11776"/>
                  </a:cubicBezTo>
                  <a:cubicBezTo>
                    <a:pt x="73162" y="11621"/>
                    <a:pt x="72969" y="11331"/>
                    <a:pt x="73685" y="10924"/>
                  </a:cubicBezTo>
                  <a:cubicBezTo>
                    <a:pt x="75487" y="9917"/>
                    <a:pt x="78586" y="8948"/>
                    <a:pt x="81492" y="8754"/>
                  </a:cubicBezTo>
                  <a:cubicBezTo>
                    <a:pt x="82583" y="8675"/>
                    <a:pt x="83591" y="8663"/>
                    <a:pt x="84561" y="8663"/>
                  </a:cubicBezTo>
                  <a:cubicBezTo>
                    <a:pt x="84984" y="8663"/>
                    <a:pt x="85399" y="8665"/>
                    <a:pt x="85811" y="8665"/>
                  </a:cubicBezTo>
                  <a:cubicBezTo>
                    <a:pt x="86986" y="8665"/>
                    <a:pt x="88132" y="8647"/>
                    <a:pt x="89337" y="8503"/>
                  </a:cubicBezTo>
                  <a:cubicBezTo>
                    <a:pt x="89828" y="8444"/>
                    <a:pt x="90247" y="8417"/>
                    <a:pt x="90602" y="8417"/>
                  </a:cubicBezTo>
                  <a:close/>
                  <a:moveTo>
                    <a:pt x="68526" y="8926"/>
                  </a:moveTo>
                  <a:cubicBezTo>
                    <a:pt x="68561" y="8926"/>
                    <a:pt x="68596" y="8927"/>
                    <a:pt x="68630" y="8929"/>
                  </a:cubicBezTo>
                  <a:cubicBezTo>
                    <a:pt x="69017" y="8968"/>
                    <a:pt x="69191" y="9471"/>
                    <a:pt x="68862" y="9762"/>
                  </a:cubicBezTo>
                  <a:cubicBezTo>
                    <a:pt x="67661" y="10827"/>
                    <a:pt x="65550" y="10982"/>
                    <a:pt x="64271" y="11679"/>
                  </a:cubicBezTo>
                  <a:cubicBezTo>
                    <a:pt x="62993" y="12377"/>
                    <a:pt x="61695" y="13055"/>
                    <a:pt x="60436" y="13055"/>
                  </a:cubicBezTo>
                  <a:cubicBezTo>
                    <a:pt x="59138" y="13055"/>
                    <a:pt x="57530" y="12822"/>
                    <a:pt x="56988" y="12590"/>
                  </a:cubicBezTo>
                  <a:cubicBezTo>
                    <a:pt x="56407" y="12319"/>
                    <a:pt x="56601" y="11738"/>
                    <a:pt x="57414" y="11369"/>
                  </a:cubicBezTo>
                  <a:cubicBezTo>
                    <a:pt x="57641" y="11262"/>
                    <a:pt x="57919" y="11236"/>
                    <a:pt x="58235" y="11236"/>
                  </a:cubicBezTo>
                  <a:cubicBezTo>
                    <a:pt x="58432" y="11236"/>
                    <a:pt x="58644" y="11246"/>
                    <a:pt x="58867" y="11253"/>
                  </a:cubicBezTo>
                  <a:cubicBezTo>
                    <a:pt x="58899" y="11254"/>
                    <a:pt x="58930" y="11255"/>
                    <a:pt x="58962" y="11255"/>
                  </a:cubicBezTo>
                  <a:cubicBezTo>
                    <a:pt x="61014" y="11255"/>
                    <a:pt x="62180" y="9410"/>
                    <a:pt x="63496" y="9219"/>
                  </a:cubicBezTo>
                  <a:cubicBezTo>
                    <a:pt x="64221" y="9114"/>
                    <a:pt x="64871" y="9100"/>
                    <a:pt x="65466" y="9100"/>
                  </a:cubicBezTo>
                  <a:cubicBezTo>
                    <a:pt x="65681" y="9100"/>
                    <a:pt x="65889" y="9102"/>
                    <a:pt x="66091" y="9102"/>
                  </a:cubicBezTo>
                  <a:cubicBezTo>
                    <a:pt x="66360" y="9102"/>
                    <a:pt x="66618" y="9099"/>
                    <a:pt x="66867" y="9084"/>
                  </a:cubicBezTo>
                  <a:cubicBezTo>
                    <a:pt x="67733" y="9013"/>
                    <a:pt x="68163" y="8926"/>
                    <a:pt x="68526" y="8926"/>
                  </a:cubicBezTo>
                  <a:close/>
                  <a:moveTo>
                    <a:pt x="128122" y="14996"/>
                  </a:moveTo>
                  <a:cubicBezTo>
                    <a:pt x="129316" y="14996"/>
                    <a:pt x="130842" y="15246"/>
                    <a:pt x="131700" y="16231"/>
                  </a:cubicBezTo>
                  <a:cubicBezTo>
                    <a:pt x="131954" y="16519"/>
                    <a:pt x="132030" y="17396"/>
                    <a:pt x="130964" y="17396"/>
                  </a:cubicBezTo>
                  <a:cubicBezTo>
                    <a:pt x="130809" y="17396"/>
                    <a:pt x="130629" y="17378"/>
                    <a:pt x="130422" y="17336"/>
                  </a:cubicBezTo>
                  <a:cubicBezTo>
                    <a:pt x="128581" y="16987"/>
                    <a:pt x="126954" y="16503"/>
                    <a:pt x="125986" y="15922"/>
                  </a:cubicBezTo>
                  <a:cubicBezTo>
                    <a:pt x="125540" y="15650"/>
                    <a:pt x="125792" y="15321"/>
                    <a:pt x="126683" y="15127"/>
                  </a:cubicBezTo>
                  <a:cubicBezTo>
                    <a:pt x="126985" y="15062"/>
                    <a:pt x="127510" y="14996"/>
                    <a:pt x="128122" y="14996"/>
                  </a:cubicBezTo>
                  <a:close/>
                  <a:moveTo>
                    <a:pt x="27301" y="14189"/>
                  </a:moveTo>
                  <a:cubicBezTo>
                    <a:pt x="27414" y="14189"/>
                    <a:pt x="27534" y="14215"/>
                    <a:pt x="27661" y="14275"/>
                  </a:cubicBezTo>
                  <a:cubicBezTo>
                    <a:pt x="28397" y="14604"/>
                    <a:pt x="28707" y="16154"/>
                    <a:pt x="27022" y="17684"/>
                  </a:cubicBezTo>
                  <a:cubicBezTo>
                    <a:pt x="25794" y="18799"/>
                    <a:pt x="24540" y="19351"/>
                    <a:pt x="23614" y="19351"/>
                  </a:cubicBezTo>
                  <a:cubicBezTo>
                    <a:pt x="22948" y="19351"/>
                    <a:pt x="22451" y="19065"/>
                    <a:pt x="22257" y="18498"/>
                  </a:cubicBezTo>
                  <a:cubicBezTo>
                    <a:pt x="21792" y="17142"/>
                    <a:pt x="23225" y="16522"/>
                    <a:pt x="24368" y="16173"/>
                  </a:cubicBezTo>
                  <a:cubicBezTo>
                    <a:pt x="25240" y="15922"/>
                    <a:pt x="25608" y="15825"/>
                    <a:pt x="26073" y="15185"/>
                  </a:cubicBezTo>
                  <a:cubicBezTo>
                    <a:pt x="26405" y="14726"/>
                    <a:pt x="26790" y="14189"/>
                    <a:pt x="27301" y="14189"/>
                  </a:cubicBezTo>
                  <a:close/>
                  <a:moveTo>
                    <a:pt x="41124" y="16473"/>
                  </a:moveTo>
                  <a:cubicBezTo>
                    <a:pt x="41368" y="16473"/>
                    <a:pt x="41619" y="16489"/>
                    <a:pt x="41879" y="16522"/>
                  </a:cubicBezTo>
                  <a:cubicBezTo>
                    <a:pt x="42402" y="16600"/>
                    <a:pt x="42441" y="17123"/>
                    <a:pt x="41956" y="17394"/>
                  </a:cubicBezTo>
                  <a:cubicBezTo>
                    <a:pt x="40446" y="18246"/>
                    <a:pt x="38605" y="19602"/>
                    <a:pt x="38199" y="20861"/>
                  </a:cubicBezTo>
                  <a:cubicBezTo>
                    <a:pt x="37986" y="21558"/>
                    <a:pt x="37966" y="22314"/>
                    <a:pt x="38141" y="23244"/>
                  </a:cubicBezTo>
                  <a:cubicBezTo>
                    <a:pt x="38334" y="24227"/>
                    <a:pt x="37756" y="24715"/>
                    <a:pt x="37077" y="24715"/>
                  </a:cubicBezTo>
                  <a:cubicBezTo>
                    <a:pt x="36807" y="24715"/>
                    <a:pt x="36521" y="24638"/>
                    <a:pt x="36262" y="24483"/>
                  </a:cubicBezTo>
                  <a:cubicBezTo>
                    <a:pt x="35444" y="23996"/>
                    <a:pt x="33644" y="22261"/>
                    <a:pt x="32177" y="22261"/>
                  </a:cubicBezTo>
                  <a:cubicBezTo>
                    <a:pt x="32010" y="22261"/>
                    <a:pt x="31847" y="22284"/>
                    <a:pt x="31690" y="22333"/>
                  </a:cubicBezTo>
                  <a:cubicBezTo>
                    <a:pt x="30766" y="22624"/>
                    <a:pt x="30416" y="23157"/>
                    <a:pt x="29319" y="23157"/>
                  </a:cubicBezTo>
                  <a:cubicBezTo>
                    <a:pt x="29174" y="23157"/>
                    <a:pt x="29016" y="23148"/>
                    <a:pt x="28843" y="23127"/>
                  </a:cubicBezTo>
                  <a:cubicBezTo>
                    <a:pt x="25588" y="22740"/>
                    <a:pt x="26092" y="20202"/>
                    <a:pt x="27680" y="19738"/>
                  </a:cubicBezTo>
                  <a:cubicBezTo>
                    <a:pt x="28059" y="19627"/>
                    <a:pt x="28465" y="19584"/>
                    <a:pt x="28889" y="19584"/>
                  </a:cubicBezTo>
                  <a:cubicBezTo>
                    <a:pt x="30244" y="19584"/>
                    <a:pt x="31793" y="20018"/>
                    <a:pt x="33298" y="20047"/>
                  </a:cubicBezTo>
                  <a:cubicBezTo>
                    <a:pt x="33332" y="20048"/>
                    <a:pt x="33365" y="20049"/>
                    <a:pt x="33398" y="20049"/>
                  </a:cubicBezTo>
                  <a:cubicBezTo>
                    <a:pt x="34226" y="20049"/>
                    <a:pt x="34704" y="19810"/>
                    <a:pt x="35487" y="19195"/>
                  </a:cubicBezTo>
                  <a:cubicBezTo>
                    <a:pt x="37186" y="17882"/>
                    <a:pt x="38821" y="16473"/>
                    <a:pt x="41124" y="16473"/>
                  </a:cubicBezTo>
                  <a:close/>
                  <a:moveTo>
                    <a:pt x="124703" y="18565"/>
                  </a:moveTo>
                  <a:cubicBezTo>
                    <a:pt x="124780" y="18565"/>
                    <a:pt x="124866" y="18569"/>
                    <a:pt x="124959" y="18575"/>
                  </a:cubicBezTo>
                  <a:cubicBezTo>
                    <a:pt x="125792" y="18633"/>
                    <a:pt x="129957" y="20028"/>
                    <a:pt x="131022" y="20958"/>
                  </a:cubicBezTo>
                  <a:cubicBezTo>
                    <a:pt x="131545" y="21403"/>
                    <a:pt x="132514" y="23166"/>
                    <a:pt x="131216" y="24057"/>
                  </a:cubicBezTo>
                  <a:cubicBezTo>
                    <a:pt x="130434" y="24590"/>
                    <a:pt x="129659" y="24848"/>
                    <a:pt x="128851" y="24848"/>
                  </a:cubicBezTo>
                  <a:cubicBezTo>
                    <a:pt x="128339" y="24848"/>
                    <a:pt x="127813" y="24744"/>
                    <a:pt x="127264" y="24541"/>
                  </a:cubicBezTo>
                  <a:cubicBezTo>
                    <a:pt x="125831" y="24018"/>
                    <a:pt x="124320" y="19854"/>
                    <a:pt x="124126" y="19292"/>
                  </a:cubicBezTo>
                  <a:cubicBezTo>
                    <a:pt x="123954" y="18776"/>
                    <a:pt x="124088" y="18565"/>
                    <a:pt x="124703" y="18565"/>
                  </a:cubicBezTo>
                  <a:close/>
                  <a:moveTo>
                    <a:pt x="10901" y="23766"/>
                  </a:moveTo>
                  <a:cubicBezTo>
                    <a:pt x="11178" y="23766"/>
                    <a:pt x="11521" y="23830"/>
                    <a:pt x="11893" y="23922"/>
                  </a:cubicBezTo>
                  <a:cubicBezTo>
                    <a:pt x="12843" y="24154"/>
                    <a:pt x="13462" y="24348"/>
                    <a:pt x="13501" y="24968"/>
                  </a:cubicBezTo>
                  <a:cubicBezTo>
                    <a:pt x="13521" y="25568"/>
                    <a:pt x="12881" y="25839"/>
                    <a:pt x="12107" y="25955"/>
                  </a:cubicBezTo>
                  <a:cubicBezTo>
                    <a:pt x="12058" y="25964"/>
                    <a:pt x="12008" y="25968"/>
                    <a:pt x="11958" y="25968"/>
                  </a:cubicBezTo>
                  <a:cubicBezTo>
                    <a:pt x="11204" y="25968"/>
                    <a:pt x="10282" y="25057"/>
                    <a:pt x="10228" y="24367"/>
                  </a:cubicBezTo>
                  <a:cubicBezTo>
                    <a:pt x="10204" y="23920"/>
                    <a:pt x="10474" y="23766"/>
                    <a:pt x="10901" y="23766"/>
                  </a:cubicBezTo>
                  <a:close/>
                  <a:moveTo>
                    <a:pt x="95650" y="13740"/>
                  </a:moveTo>
                  <a:cubicBezTo>
                    <a:pt x="98544" y="13740"/>
                    <a:pt x="102583" y="15119"/>
                    <a:pt x="104814" y="15922"/>
                  </a:cubicBezTo>
                  <a:cubicBezTo>
                    <a:pt x="108804" y="17355"/>
                    <a:pt x="112911" y="16328"/>
                    <a:pt x="112504" y="18692"/>
                  </a:cubicBezTo>
                  <a:cubicBezTo>
                    <a:pt x="111865" y="22527"/>
                    <a:pt x="113007" y="24077"/>
                    <a:pt x="112194" y="25955"/>
                  </a:cubicBezTo>
                  <a:cubicBezTo>
                    <a:pt x="110740" y="29352"/>
                    <a:pt x="105311" y="30549"/>
                    <a:pt x="100688" y="30549"/>
                  </a:cubicBezTo>
                  <a:cubicBezTo>
                    <a:pt x="99458" y="30549"/>
                    <a:pt x="98285" y="30464"/>
                    <a:pt x="97259" y="30314"/>
                  </a:cubicBezTo>
                  <a:cubicBezTo>
                    <a:pt x="95225" y="30004"/>
                    <a:pt x="93366" y="28067"/>
                    <a:pt x="92630" y="26769"/>
                  </a:cubicBezTo>
                  <a:cubicBezTo>
                    <a:pt x="91894" y="25452"/>
                    <a:pt x="90964" y="23340"/>
                    <a:pt x="90247" y="22430"/>
                  </a:cubicBezTo>
                  <a:cubicBezTo>
                    <a:pt x="89639" y="21636"/>
                    <a:pt x="88293" y="19617"/>
                    <a:pt x="85605" y="19617"/>
                  </a:cubicBezTo>
                  <a:cubicBezTo>
                    <a:pt x="85213" y="19617"/>
                    <a:pt x="84791" y="19661"/>
                    <a:pt x="84339" y="19757"/>
                  </a:cubicBezTo>
                  <a:cubicBezTo>
                    <a:pt x="83664" y="19892"/>
                    <a:pt x="83080" y="20034"/>
                    <a:pt x="82151" y="20034"/>
                  </a:cubicBezTo>
                  <a:cubicBezTo>
                    <a:pt x="81481" y="20034"/>
                    <a:pt x="80632" y="19960"/>
                    <a:pt x="79438" y="19757"/>
                  </a:cubicBezTo>
                  <a:cubicBezTo>
                    <a:pt x="76591" y="19292"/>
                    <a:pt x="68455" y="17975"/>
                    <a:pt x="67041" y="17820"/>
                  </a:cubicBezTo>
                  <a:cubicBezTo>
                    <a:pt x="66600" y="17772"/>
                    <a:pt x="66033" y="17759"/>
                    <a:pt x="65402" y="17759"/>
                  </a:cubicBezTo>
                  <a:cubicBezTo>
                    <a:pt x="64667" y="17759"/>
                    <a:pt x="63846" y="17777"/>
                    <a:pt x="63041" y="17777"/>
                  </a:cubicBezTo>
                  <a:cubicBezTo>
                    <a:pt x="62293" y="17777"/>
                    <a:pt x="61559" y="17762"/>
                    <a:pt x="60920" y="17704"/>
                  </a:cubicBezTo>
                  <a:cubicBezTo>
                    <a:pt x="60165" y="17626"/>
                    <a:pt x="60029" y="16968"/>
                    <a:pt x="60804" y="16619"/>
                  </a:cubicBezTo>
                  <a:cubicBezTo>
                    <a:pt x="62054" y="16067"/>
                    <a:pt x="65295" y="15236"/>
                    <a:pt x="69498" y="15236"/>
                  </a:cubicBezTo>
                  <a:cubicBezTo>
                    <a:pt x="69722" y="15236"/>
                    <a:pt x="69949" y="15239"/>
                    <a:pt x="70179" y="15244"/>
                  </a:cubicBezTo>
                  <a:cubicBezTo>
                    <a:pt x="72310" y="15282"/>
                    <a:pt x="76513" y="15631"/>
                    <a:pt x="80116" y="15631"/>
                  </a:cubicBezTo>
                  <a:cubicBezTo>
                    <a:pt x="84630" y="15631"/>
                    <a:pt x="92552" y="14023"/>
                    <a:pt x="94935" y="13771"/>
                  </a:cubicBezTo>
                  <a:cubicBezTo>
                    <a:pt x="95164" y="13750"/>
                    <a:pt x="95402" y="13740"/>
                    <a:pt x="95650" y="13740"/>
                  </a:cubicBezTo>
                  <a:close/>
                  <a:moveTo>
                    <a:pt x="122195" y="25309"/>
                  </a:moveTo>
                  <a:cubicBezTo>
                    <a:pt x="123440" y="25309"/>
                    <a:pt x="124523" y="27147"/>
                    <a:pt x="123855" y="29152"/>
                  </a:cubicBezTo>
                  <a:cubicBezTo>
                    <a:pt x="122925" y="31941"/>
                    <a:pt x="121162" y="34265"/>
                    <a:pt x="119477" y="35040"/>
                  </a:cubicBezTo>
                  <a:cubicBezTo>
                    <a:pt x="118385" y="35549"/>
                    <a:pt x="115334" y="36515"/>
                    <a:pt x="112620" y="36515"/>
                  </a:cubicBezTo>
                  <a:cubicBezTo>
                    <a:pt x="112542" y="36515"/>
                    <a:pt x="112465" y="36514"/>
                    <a:pt x="112388" y="36512"/>
                  </a:cubicBezTo>
                  <a:cubicBezTo>
                    <a:pt x="111148" y="36493"/>
                    <a:pt x="110935" y="35525"/>
                    <a:pt x="111613" y="34982"/>
                  </a:cubicBezTo>
                  <a:cubicBezTo>
                    <a:pt x="113608" y="33413"/>
                    <a:pt x="117637" y="31999"/>
                    <a:pt x="120562" y="26575"/>
                  </a:cubicBezTo>
                  <a:cubicBezTo>
                    <a:pt x="121043" y="25680"/>
                    <a:pt x="121635" y="25309"/>
                    <a:pt x="122195" y="25309"/>
                  </a:cubicBezTo>
                  <a:close/>
                  <a:moveTo>
                    <a:pt x="5568" y="36295"/>
                  </a:moveTo>
                  <a:cubicBezTo>
                    <a:pt x="6071" y="36295"/>
                    <a:pt x="6511" y="36460"/>
                    <a:pt x="6760" y="36939"/>
                  </a:cubicBezTo>
                  <a:cubicBezTo>
                    <a:pt x="7245" y="37830"/>
                    <a:pt x="6722" y="38604"/>
                    <a:pt x="5559" y="39205"/>
                  </a:cubicBezTo>
                  <a:cubicBezTo>
                    <a:pt x="5110" y="39445"/>
                    <a:pt x="4657" y="39569"/>
                    <a:pt x="4252" y="39569"/>
                  </a:cubicBezTo>
                  <a:cubicBezTo>
                    <a:pt x="3610" y="39569"/>
                    <a:pt x="3088" y="39258"/>
                    <a:pt x="2886" y="38604"/>
                  </a:cubicBezTo>
                  <a:cubicBezTo>
                    <a:pt x="2557" y="37539"/>
                    <a:pt x="3254" y="36919"/>
                    <a:pt x="4203" y="36571"/>
                  </a:cubicBezTo>
                  <a:cubicBezTo>
                    <a:pt x="4652" y="36418"/>
                    <a:pt x="5134" y="36295"/>
                    <a:pt x="5568" y="36295"/>
                  </a:cubicBezTo>
                  <a:close/>
                  <a:moveTo>
                    <a:pt x="25007" y="34646"/>
                  </a:moveTo>
                  <a:cubicBezTo>
                    <a:pt x="25066" y="34646"/>
                    <a:pt x="25132" y="34660"/>
                    <a:pt x="25201" y="34692"/>
                  </a:cubicBezTo>
                  <a:cubicBezTo>
                    <a:pt x="28843" y="36202"/>
                    <a:pt x="37927" y="39747"/>
                    <a:pt x="40756" y="40948"/>
                  </a:cubicBezTo>
                  <a:cubicBezTo>
                    <a:pt x="41103" y="41095"/>
                    <a:pt x="40967" y="41534"/>
                    <a:pt x="40576" y="41534"/>
                  </a:cubicBezTo>
                  <a:cubicBezTo>
                    <a:pt x="40553" y="41534"/>
                    <a:pt x="40529" y="41533"/>
                    <a:pt x="40504" y="41529"/>
                  </a:cubicBezTo>
                  <a:cubicBezTo>
                    <a:pt x="39942" y="41471"/>
                    <a:pt x="35216" y="40696"/>
                    <a:pt x="32891" y="39767"/>
                  </a:cubicBezTo>
                  <a:cubicBezTo>
                    <a:pt x="29927" y="38682"/>
                    <a:pt x="26557" y="36784"/>
                    <a:pt x="24872" y="35292"/>
                  </a:cubicBezTo>
                  <a:cubicBezTo>
                    <a:pt x="24564" y="35016"/>
                    <a:pt x="24703" y="34646"/>
                    <a:pt x="25007" y="34646"/>
                  </a:cubicBezTo>
                  <a:close/>
                  <a:moveTo>
                    <a:pt x="49542" y="19760"/>
                  </a:moveTo>
                  <a:cubicBezTo>
                    <a:pt x="53357" y="19760"/>
                    <a:pt x="57240" y="21572"/>
                    <a:pt x="59099" y="26169"/>
                  </a:cubicBezTo>
                  <a:cubicBezTo>
                    <a:pt x="59564" y="27350"/>
                    <a:pt x="60068" y="27796"/>
                    <a:pt x="61521" y="28512"/>
                  </a:cubicBezTo>
                  <a:cubicBezTo>
                    <a:pt x="62838" y="29152"/>
                    <a:pt x="64426" y="29830"/>
                    <a:pt x="65279" y="30178"/>
                  </a:cubicBezTo>
                  <a:cubicBezTo>
                    <a:pt x="65576" y="30302"/>
                    <a:pt x="65853" y="30363"/>
                    <a:pt x="66123" y="30363"/>
                  </a:cubicBezTo>
                  <a:cubicBezTo>
                    <a:pt x="66486" y="30363"/>
                    <a:pt x="66838" y="30254"/>
                    <a:pt x="67216" y="30043"/>
                  </a:cubicBezTo>
                  <a:cubicBezTo>
                    <a:pt x="67855" y="29694"/>
                    <a:pt x="68785" y="29287"/>
                    <a:pt x="70044" y="28880"/>
                  </a:cubicBezTo>
                  <a:cubicBezTo>
                    <a:pt x="70500" y="28734"/>
                    <a:pt x="70938" y="28660"/>
                    <a:pt x="71350" y="28660"/>
                  </a:cubicBezTo>
                  <a:cubicBezTo>
                    <a:pt x="72409" y="28660"/>
                    <a:pt x="73299" y="29144"/>
                    <a:pt x="73898" y="30120"/>
                  </a:cubicBezTo>
                  <a:cubicBezTo>
                    <a:pt x="76959" y="35118"/>
                    <a:pt x="79303" y="36299"/>
                    <a:pt x="81220" y="39282"/>
                  </a:cubicBezTo>
                  <a:cubicBezTo>
                    <a:pt x="81434" y="39631"/>
                    <a:pt x="81337" y="40018"/>
                    <a:pt x="80872" y="40057"/>
                  </a:cubicBezTo>
                  <a:cubicBezTo>
                    <a:pt x="80257" y="40124"/>
                    <a:pt x="79708" y="40158"/>
                    <a:pt x="79217" y="40158"/>
                  </a:cubicBezTo>
                  <a:cubicBezTo>
                    <a:pt x="77990" y="40158"/>
                    <a:pt x="77128" y="39941"/>
                    <a:pt x="76533" y="39457"/>
                  </a:cubicBezTo>
                  <a:cubicBezTo>
                    <a:pt x="75409" y="38527"/>
                    <a:pt x="73860" y="37055"/>
                    <a:pt x="70199" y="34963"/>
                  </a:cubicBezTo>
                  <a:cubicBezTo>
                    <a:pt x="66538" y="32851"/>
                    <a:pt x="61540" y="31108"/>
                    <a:pt x="60804" y="30837"/>
                  </a:cubicBezTo>
                  <a:cubicBezTo>
                    <a:pt x="60596" y="30755"/>
                    <a:pt x="60413" y="30714"/>
                    <a:pt x="60256" y="30714"/>
                  </a:cubicBezTo>
                  <a:cubicBezTo>
                    <a:pt x="59929" y="30714"/>
                    <a:pt x="59714" y="30891"/>
                    <a:pt x="59622" y="31244"/>
                  </a:cubicBezTo>
                  <a:cubicBezTo>
                    <a:pt x="58615" y="34808"/>
                    <a:pt x="55806" y="37365"/>
                    <a:pt x="52417" y="38101"/>
                  </a:cubicBezTo>
                  <a:cubicBezTo>
                    <a:pt x="51855" y="38236"/>
                    <a:pt x="51835" y="38856"/>
                    <a:pt x="52378" y="39069"/>
                  </a:cubicBezTo>
                  <a:cubicBezTo>
                    <a:pt x="53443" y="39476"/>
                    <a:pt x="56136" y="39767"/>
                    <a:pt x="57685" y="39863"/>
                  </a:cubicBezTo>
                  <a:cubicBezTo>
                    <a:pt x="58045" y="39886"/>
                    <a:pt x="58392" y="39902"/>
                    <a:pt x="58720" y="39902"/>
                  </a:cubicBezTo>
                  <a:cubicBezTo>
                    <a:pt x="59790" y="39902"/>
                    <a:pt x="60668" y="39740"/>
                    <a:pt x="61172" y="39147"/>
                  </a:cubicBezTo>
                  <a:cubicBezTo>
                    <a:pt x="61850" y="38391"/>
                    <a:pt x="62237" y="37849"/>
                    <a:pt x="63187" y="37713"/>
                  </a:cubicBezTo>
                  <a:cubicBezTo>
                    <a:pt x="63300" y="37695"/>
                    <a:pt x="63417" y="37686"/>
                    <a:pt x="63538" y="37686"/>
                  </a:cubicBezTo>
                  <a:cubicBezTo>
                    <a:pt x="64807" y="37686"/>
                    <a:pt x="66473" y="38657"/>
                    <a:pt x="67622" y="39612"/>
                  </a:cubicBezTo>
                  <a:cubicBezTo>
                    <a:pt x="68049" y="39980"/>
                    <a:pt x="67913" y="40561"/>
                    <a:pt x="67274" y="40600"/>
                  </a:cubicBezTo>
                  <a:cubicBezTo>
                    <a:pt x="65550" y="40677"/>
                    <a:pt x="64717" y="40793"/>
                    <a:pt x="63903" y="41839"/>
                  </a:cubicBezTo>
                  <a:cubicBezTo>
                    <a:pt x="61636" y="44827"/>
                    <a:pt x="56547" y="45901"/>
                    <a:pt x="52657" y="45901"/>
                  </a:cubicBezTo>
                  <a:cubicBezTo>
                    <a:pt x="52260" y="45901"/>
                    <a:pt x="51874" y="45890"/>
                    <a:pt x="51506" y="45868"/>
                  </a:cubicBezTo>
                  <a:cubicBezTo>
                    <a:pt x="48329" y="45655"/>
                    <a:pt x="45811" y="44842"/>
                    <a:pt x="45366" y="44609"/>
                  </a:cubicBezTo>
                  <a:cubicBezTo>
                    <a:pt x="44901" y="44377"/>
                    <a:pt x="45095" y="43796"/>
                    <a:pt x="45579" y="43796"/>
                  </a:cubicBezTo>
                  <a:cubicBezTo>
                    <a:pt x="45916" y="43801"/>
                    <a:pt x="46269" y="43803"/>
                    <a:pt x="46631" y="43803"/>
                  </a:cubicBezTo>
                  <a:cubicBezTo>
                    <a:pt x="49096" y="43803"/>
                    <a:pt x="51962" y="43691"/>
                    <a:pt x="52959" y="43505"/>
                  </a:cubicBezTo>
                  <a:cubicBezTo>
                    <a:pt x="54185" y="43275"/>
                    <a:pt x="54407" y="42439"/>
                    <a:pt x="53700" y="42439"/>
                  </a:cubicBezTo>
                  <a:cubicBezTo>
                    <a:pt x="53692" y="42439"/>
                    <a:pt x="53684" y="42440"/>
                    <a:pt x="53676" y="42440"/>
                  </a:cubicBezTo>
                  <a:cubicBezTo>
                    <a:pt x="53527" y="42441"/>
                    <a:pt x="53377" y="42442"/>
                    <a:pt x="53227" y="42442"/>
                  </a:cubicBezTo>
                  <a:cubicBezTo>
                    <a:pt x="51522" y="42442"/>
                    <a:pt x="49714" y="42322"/>
                    <a:pt x="47187" y="41646"/>
                  </a:cubicBezTo>
                  <a:cubicBezTo>
                    <a:pt x="44126" y="40813"/>
                    <a:pt x="38625" y="38488"/>
                    <a:pt x="32659" y="36106"/>
                  </a:cubicBezTo>
                  <a:cubicBezTo>
                    <a:pt x="21540" y="31612"/>
                    <a:pt x="19622" y="30023"/>
                    <a:pt x="18305" y="27001"/>
                  </a:cubicBezTo>
                  <a:cubicBezTo>
                    <a:pt x="17569" y="25297"/>
                    <a:pt x="17550" y="22333"/>
                    <a:pt x="19216" y="20977"/>
                  </a:cubicBezTo>
                  <a:cubicBezTo>
                    <a:pt x="19345" y="20868"/>
                    <a:pt x="19475" y="20819"/>
                    <a:pt x="19586" y="20819"/>
                  </a:cubicBezTo>
                  <a:cubicBezTo>
                    <a:pt x="19790" y="20819"/>
                    <a:pt x="19931" y="20985"/>
                    <a:pt x="19893" y="21248"/>
                  </a:cubicBezTo>
                  <a:cubicBezTo>
                    <a:pt x="19603" y="23612"/>
                    <a:pt x="19506" y="25084"/>
                    <a:pt x="21598" y="26324"/>
                  </a:cubicBezTo>
                  <a:cubicBezTo>
                    <a:pt x="23826" y="27641"/>
                    <a:pt x="31690" y="28725"/>
                    <a:pt x="35332" y="32871"/>
                  </a:cubicBezTo>
                  <a:cubicBezTo>
                    <a:pt x="36513" y="34149"/>
                    <a:pt x="38392" y="37520"/>
                    <a:pt x="42809" y="37694"/>
                  </a:cubicBezTo>
                  <a:cubicBezTo>
                    <a:pt x="43022" y="37694"/>
                    <a:pt x="43138" y="37403"/>
                    <a:pt x="42867" y="37287"/>
                  </a:cubicBezTo>
                  <a:cubicBezTo>
                    <a:pt x="37831" y="35118"/>
                    <a:pt x="37075" y="27428"/>
                    <a:pt x="41356" y="22972"/>
                  </a:cubicBezTo>
                  <a:cubicBezTo>
                    <a:pt x="43231" y="21018"/>
                    <a:pt x="46363" y="19760"/>
                    <a:pt x="49542" y="19760"/>
                  </a:cubicBezTo>
                  <a:close/>
                  <a:moveTo>
                    <a:pt x="30467" y="46338"/>
                  </a:moveTo>
                  <a:cubicBezTo>
                    <a:pt x="31255" y="46338"/>
                    <a:pt x="31802" y="46881"/>
                    <a:pt x="31961" y="47554"/>
                  </a:cubicBezTo>
                  <a:cubicBezTo>
                    <a:pt x="32155" y="48290"/>
                    <a:pt x="31942" y="49026"/>
                    <a:pt x="31186" y="49394"/>
                  </a:cubicBezTo>
                  <a:cubicBezTo>
                    <a:pt x="30982" y="49496"/>
                    <a:pt x="30739" y="49548"/>
                    <a:pt x="30492" y="49548"/>
                  </a:cubicBezTo>
                  <a:cubicBezTo>
                    <a:pt x="29849" y="49548"/>
                    <a:pt x="29171" y="49202"/>
                    <a:pt x="29017" y="48503"/>
                  </a:cubicBezTo>
                  <a:cubicBezTo>
                    <a:pt x="28785" y="47554"/>
                    <a:pt x="29308" y="46488"/>
                    <a:pt x="30237" y="46353"/>
                  </a:cubicBezTo>
                  <a:cubicBezTo>
                    <a:pt x="30316" y="46343"/>
                    <a:pt x="30392" y="46338"/>
                    <a:pt x="30467" y="46338"/>
                  </a:cubicBezTo>
                  <a:close/>
                  <a:moveTo>
                    <a:pt x="133916" y="30119"/>
                  </a:moveTo>
                  <a:cubicBezTo>
                    <a:pt x="134610" y="30119"/>
                    <a:pt x="134610" y="30968"/>
                    <a:pt x="133424" y="32561"/>
                  </a:cubicBezTo>
                  <a:cubicBezTo>
                    <a:pt x="130790" y="36125"/>
                    <a:pt x="126392" y="43021"/>
                    <a:pt x="123719" y="49801"/>
                  </a:cubicBezTo>
                  <a:cubicBezTo>
                    <a:pt x="123015" y="51667"/>
                    <a:pt x="121269" y="53158"/>
                    <a:pt x="120125" y="53158"/>
                  </a:cubicBezTo>
                  <a:cubicBezTo>
                    <a:pt x="119096" y="53158"/>
                    <a:pt x="118553" y="51954"/>
                    <a:pt x="119690" y="48735"/>
                  </a:cubicBezTo>
                  <a:cubicBezTo>
                    <a:pt x="120930" y="45248"/>
                    <a:pt x="125637" y="36667"/>
                    <a:pt x="131545" y="31457"/>
                  </a:cubicBezTo>
                  <a:cubicBezTo>
                    <a:pt x="132570" y="30553"/>
                    <a:pt x="133421" y="30119"/>
                    <a:pt x="133916" y="30119"/>
                  </a:cubicBezTo>
                  <a:close/>
                  <a:moveTo>
                    <a:pt x="96301" y="42315"/>
                  </a:moveTo>
                  <a:cubicBezTo>
                    <a:pt x="96998" y="42315"/>
                    <a:pt x="98121" y="42509"/>
                    <a:pt x="99816" y="42982"/>
                  </a:cubicBezTo>
                  <a:cubicBezTo>
                    <a:pt x="102741" y="43796"/>
                    <a:pt x="104097" y="45152"/>
                    <a:pt x="107719" y="47108"/>
                  </a:cubicBezTo>
                  <a:cubicBezTo>
                    <a:pt x="110741" y="48755"/>
                    <a:pt x="110606" y="49142"/>
                    <a:pt x="109579" y="50575"/>
                  </a:cubicBezTo>
                  <a:cubicBezTo>
                    <a:pt x="108436" y="52164"/>
                    <a:pt x="106421" y="54101"/>
                    <a:pt x="104136" y="55224"/>
                  </a:cubicBezTo>
                  <a:cubicBezTo>
                    <a:pt x="101153" y="56658"/>
                    <a:pt x="98073" y="56774"/>
                    <a:pt x="96310" y="56793"/>
                  </a:cubicBezTo>
                  <a:cubicBezTo>
                    <a:pt x="96289" y="56794"/>
                    <a:pt x="96268" y="56794"/>
                    <a:pt x="96248" y="56794"/>
                  </a:cubicBezTo>
                  <a:cubicBezTo>
                    <a:pt x="95235" y="56794"/>
                    <a:pt x="95473" y="56314"/>
                    <a:pt x="96213" y="54624"/>
                  </a:cubicBezTo>
                  <a:cubicBezTo>
                    <a:pt x="98848" y="48600"/>
                    <a:pt x="97705" y="45830"/>
                    <a:pt x="95903" y="43815"/>
                  </a:cubicBezTo>
                  <a:cubicBezTo>
                    <a:pt x="95184" y="42995"/>
                    <a:pt x="94999" y="42315"/>
                    <a:pt x="96301" y="42315"/>
                  </a:cubicBezTo>
                  <a:close/>
                  <a:moveTo>
                    <a:pt x="80383" y="53939"/>
                  </a:moveTo>
                  <a:cubicBezTo>
                    <a:pt x="81242" y="53939"/>
                    <a:pt x="82030" y="54028"/>
                    <a:pt x="82441" y="54178"/>
                  </a:cubicBezTo>
                  <a:cubicBezTo>
                    <a:pt x="83448" y="54546"/>
                    <a:pt x="82809" y="56561"/>
                    <a:pt x="81976" y="56890"/>
                  </a:cubicBezTo>
                  <a:cubicBezTo>
                    <a:pt x="81886" y="56926"/>
                    <a:pt x="81738" y="56943"/>
                    <a:pt x="81549" y="56943"/>
                  </a:cubicBezTo>
                  <a:cubicBezTo>
                    <a:pt x="79981" y="56943"/>
                    <a:pt x="75544" y="55795"/>
                    <a:pt x="77133" y="54585"/>
                  </a:cubicBezTo>
                  <a:cubicBezTo>
                    <a:pt x="77741" y="54126"/>
                    <a:pt x="79136" y="53939"/>
                    <a:pt x="80383" y="53939"/>
                  </a:cubicBezTo>
                  <a:close/>
                  <a:moveTo>
                    <a:pt x="144655" y="28156"/>
                  </a:moveTo>
                  <a:cubicBezTo>
                    <a:pt x="144872" y="28156"/>
                    <a:pt x="145086" y="28183"/>
                    <a:pt x="145298" y="28241"/>
                  </a:cubicBezTo>
                  <a:cubicBezTo>
                    <a:pt x="146712" y="28629"/>
                    <a:pt x="148475" y="31457"/>
                    <a:pt x="147777" y="32890"/>
                  </a:cubicBezTo>
                  <a:cubicBezTo>
                    <a:pt x="146189" y="36222"/>
                    <a:pt x="142644" y="43331"/>
                    <a:pt x="139429" y="50885"/>
                  </a:cubicBezTo>
                  <a:cubicBezTo>
                    <a:pt x="136271" y="58285"/>
                    <a:pt x="130770" y="63767"/>
                    <a:pt x="125811" y="65374"/>
                  </a:cubicBezTo>
                  <a:cubicBezTo>
                    <a:pt x="125103" y="65602"/>
                    <a:pt x="124413" y="65710"/>
                    <a:pt x="123748" y="65710"/>
                  </a:cubicBezTo>
                  <a:cubicBezTo>
                    <a:pt x="120682" y="65710"/>
                    <a:pt x="118129" y="63422"/>
                    <a:pt x="116649" y="60048"/>
                  </a:cubicBezTo>
                  <a:cubicBezTo>
                    <a:pt x="116245" y="59109"/>
                    <a:pt x="116657" y="58486"/>
                    <a:pt x="117229" y="58486"/>
                  </a:cubicBezTo>
                  <a:cubicBezTo>
                    <a:pt x="117507" y="58486"/>
                    <a:pt x="117823" y="58633"/>
                    <a:pt x="118102" y="58963"/>
                  </a:cubicBezTo>
                  <a:cubicBezTo>
                    <a:pt x="119490" y="60591"/>
                    <a:pt x="121277" y="61678"/>
                    <a:pt x="123358" y="61678"/>
                  </a:cubicBezTo>
                  <a:cubicBezTo>
                    <a:pt x="125980" y="61678"/>
                    <a:pt x="129069" y="59954"/>
                    <a:pt x="132417" y="55418"/>
                  </a:cubicBezTo>
                  <a:cubicBezTo>
                    <a:pt x="135942" y="50633"/>
                    <a:pt x="138925" y="42420"/>
                    <a:pt x="142451" y="35718"/>
                  </a:cubicBezTo>
                  <a:cubicBezTo>
                    <a:pt x="142683" y="35273"/>
                    <a:pt x="143032" y="34730"/>
                    <a:pt x="143284" y="34227"/>
                  </a:cubicBezTo>
                  <a:cubicBezTo>
                    <a:pt x="143525" y="33768"/>
                    <a:pt x="143352" y="33226"/>
                    <a:pt x="142902" y="33226"/>
                  </a:cubicBezTo>
                  <a:cubicBezTo>
                    <a:pt x="142630" y="33226"/>
                    <a:pt x="142256" y="33423"/>
                    <a:pt x="141811" y="33955"/>
                  </a:cubicBezTo>
                  <a:cubicBezTo>
                    <a:pt x="140087" y="36028"/>
                    <a:pt x="135865" y="42963"/>
                    <a:pt x="133986" y="46256"/>
                  </a:cubicBezTo>
                  <a:cubicBezTo>
                    <a:pt x="132292" y="49224"/>
                    <a:pt x="129371" y="53325"/>
                    <a:pt x="127308" y="53325"/>
                  </a:cubicBezTo>
                  <a:cubicBezTo>
                    <a:pt x="127082" y="53325"/>
                    <a:pt x="126866" y="53276"/>
                    <a:pt x="126664" y="53171"/>
                  </a:cubicBezTo>
                  <a:cubicBezTo>
                    <a:pt x="124610" y="52086"/>
                    <a:pt x="127322" y="48309"/>
                    <a:pt x="128543" y="46566"/>
                  </a:cubicBezTo>
                  <a:cubicBezTo>
                    <a:pt x="129976" y="44532"/>
                    <a:pt x="136388" y="35253"/>
                    <a:pt x="138402" y="32871"/>
                  </a:cubicBezTo>
                  <a:cubicBezTo>
                    <a:pt x="140229" y="30728"/>
                    <a:pt x="142548" y="28156"/>
                    <a:pt x="144655" y="28156"/>
                  </a:cubicBezTo>
                  <a:close/>
                  <a:moveTo>
                    <a:pt x="77262" y="64552"/>
                  </a:moveTo>
                  <a:cubicBezTo>
                    <a:pt x="77329" y="64552"/>
                    <a:pt x="77396" y="64555"/>
                    <a:pt x="77463" y="64561"/>
                  </a:cubicBezTo>
                  <a:cubicBezTo>
                    <a:pt x="78354" y="64638"/>
                    <a:pt x="79187" y="65181"/>
                    <a:pt x="78586" y="66285"/>
                  </a:cubicBezTo>
                  <a:cubicBezTo>
                    <a:pt x="77792" y="67796"/>
                    <a:pt x="77114" y="68726"/>
                    <a:pt x="76572" y="68726"/>
                  </a:cubicBezTo>
                  <a:cubicBezTo>
                    <a:pt x="76087" y="68726"/>
                    <a:pt x="75584" y="68454"/>
                    <a:pt x="75487" y="67834"/>
                  </a:cubicBezTo>
                  <a:cubicBezTo>
                    <a:pt x="75332" y="67079"/>
                    <a:pt x="75661" y="65917"/>
                    <a:pt x="75835" y="65491"/>
                  </a:cubicBezTo>
                  <a:cubicBezTo>
                    <a:pt x="76114" y="64795"/>
                    <a:pt x="76674" y="64552"/>
                    <a:pt x="77262" y="64552"/>
                  </a:cubicBezTo>
                  <a:close/>
                  <a:moveTo>
                    <a:pt x="58923" y="66901"/>
                  </a:moveTo>
                  <a:cubicBezTo>
                    <a:pt x="59095" y="66901"/>
                    <a:pt x="59272" y="66922"/>
                    <a:pt x="59448" y="66963"/>
                  </a:cubicBezTo>
                  <a:cubicBezTo>
                    <a:pt x="60630" y="67215"/>
                    <a:pt x="62819" y="68571"/>
                    <a:pt x="63187" y="69287"/>
                  </a:cubicBezTo>
                  <a:cubicBezTo>
                    <a:pt x="63574" y="70004"/>
                    <a:pt x="63032" y="70411"/>
                    <a:pt x="62373" y="70411"/>
                  </a:cubicBezTo>
                  <a:cubicBezTo>
                    <a:pt x="61559" y="70411"/>
                    <a:pt x="59254" y="69868"/>
                    <a:pt x="58557" y="69500"/>
                  </a:cubicBezTo>
                  <a:cubicBezTo>
                    <a:pt x="57840" y="69132"/>
                    <a:pt x="57434" y="68667"/>
                    <a:pt x="57588" y="67834"/>
                  </a:cubicBezTo>
                  <a:cubicBezTo>
                    <a:pt x="57726" y="67193"/>
                    <a:pt x="58285" y="66901"/>
                    <a:pt x="58923" y="66901"/>
                  </a:cubicBezTo>
                  <a:close/>
                  <a:moveTo>
                    <a:pt x="121090" y="69967"/>
                  </a:moveTo>
                  <a:cubicBezTo>
                    <a:pt x="121392" y="69967"/>
                    <a:pt x="121775" y="70257"/>
                    <a:pt x="121860" y="70682"/>
                  </a:cubicBezTo>
                  <a:cubicBezTo>
                    <a:pt x="122267" y="71960"/>
                    <a:pt x="122557" y="73258"/>
                    <a:pt x="122170" y="74537"/>
                  </a:cubicBezTo>
                  <a:cubicBezTo>
                    <a:pt x="122075" y="74695"/>
                    <a:pt x="121864" y="74853"/>
                    <a:pt x="121631" y="74853"/>
                  </a:cubicBezTo>
                  <a:cubicBezTo>
                    <a:pt x="121579" y="74853"/>
                    <a:pt x="121526" y="74845"/>
                    <a:pt x="121472" y="74827"/>
                  </a:cubicBezTo>
                  <a:cubicBezTo>
                    <a:pt x="120581" y="74537"/>
                    <a:pt x="119884" y="74033"/>
                    <a:pt x="118896" y="73839"/>
                  </a:cubicBezTo>
                  <a:cubicBezTo>
                    <a:pt x="118218" y="73742"/>
                    <a:pt x="117346" y="73549"/>
                    <a:pt x="117424" y="73065"/>
                  </a:cubicBezTo>
                  <a:cubicBezTo>
                    <a:pt x="117734" y="71476"/>
                    <a:pt x="119497" y="70488"/>
                    <a:pt x="120969" y="69985"/>
                  </a:cubicBezTo>
                  <a:cubicBezTo>
                    <a:pt x="121007" y="69973"/>
                    <a:pt x="121048" y="69967"/>
                    <a:pt x="121090" y="69967"/>
                  </a:cubicBezTo>
                  <a:close/>
                  <a:moveTo>
                    <a:pt x="110381" y="74389"/>
                  </a:moveTo>
                  <a:cubicBezTo>
                    <a:pt x="110473" y="74389"/>
                    <a:pt x="110568" y="74393"/>
                    <a:pt x="110664" y="74401"/>
                  </a:cubicBezTo>
                  <a:cubicBezTo>
                    <a:pt x="112058" y="74517"/>
                    <a:pt x="112271" y="75602"/>
                    <a:pt x="111283" y="76319"/>
                  </a:cubicBezTo>
                  <a:cubicBezTo>
                    <a:pt x="110803" y="76677"/>
                    <a:pt x="110231" y="76888"/>
                    <a:pt x="109727" y="76888"/>
                  </a:cubicBezTo>
                  <a:cubicBezTo>
                    <a:pt x="109196" y="76888"/>
                    <a:pt x="108741" y="76653"/>
                    <a:pt x="108552" y="76106"/>
                  </a:cubicBezTo>
                  <a:cubicBezTo>
                    <a:pt x="108210" y="75096"/>
                    <a:pt x="109142" y="74389"/>
                    <a:pt x="110381" y="74389"/>
                  </a:cubicBezTo>
                  <a:close/>
                  <a:moveTo>
                    <a:pt x="128825" y="69538"/>
                  </a:moveTo>
                  <a:cubicBezTo>
                    <a:pt x="129085" y="69538"/>
                    <a:pt x="129364" y="69693"/>
                    <a:pt x="129434" y="69888"/>
                  </a:cubicBezTo>
                  <a:cubicBezTo>
                    <a:pt x="129744" y="71960"/>
                    <a:pt x="130712" y="73549"/>
                    <a:pt x="131700" y="75215"/>
                  </a:cubicBezTo>
                  <a:cubicBezTo>
                    <a:pt x="131894" y="75621"/>
                    <a:pt x="131894" y="76183"/>
                    <a:pt x="131409" y="76183"/>
                  </a:cubicBezTo>
                  <a:cubicBezTo>
                    <a:pt x="131123" y="76183"/>
                    <a:pt x="130837" y="76179"/>
                    <a:pt x="130551" y="76179"/>
                  </a:cubicBezTo>
                  <a:cubicBezTo>
                    <a:pt x="129661" y="76179"/>
                    <a:pt x="128783" y="76223"/>
                    <a:pt x="127961" y="76590"/>
                  </a:cubicBezTo>
                  <a:cubicBezTo>
                    <a:pt x="126780" y="77094"/>
                    <a:pt x="125986" y="77868"/>
                    <a:pt x="124920" y="78469"/>
                  </a:cubicBezTo>
                  <a:cubicBezTo>
                    <a:pt x="124812" y="78537"/>
                    <a:pt x="124694" y="78569"/>
                    <a:pt x="124583" y="78569"/>
                  </a:cubicBezTo>
                  <a:cubicBezTo>
                    <a:pt x="124375" y="78569"/>
                    <a:pt x="124189" y="78457"/>
                    <a:pt x="124126" y="78256"/>
                  </a:cubicBezTo>
                  <a:cubicBezTo>
                    <a:pt x="124029" y="77985"/>
                    <a:pt x="124029" y="77481"/>
                    <a:pt x="124223" y="77287"/>
                  </a:cubicBezTo>
                  <a:cubicBezTo>
                    <a:pt x="125308" y="76009"/>
                    <a:pt x="125017" y="74440"/>
                    <a:pt x="125501" y="72948"/>
                  </a:cubicBezTo>
                  <a:cubicBezTo>
                    <a:pt x="125908" y="71476"/>
                    <a:pt x="127284" y="70488"/>
                    <a:pt x="128543" y="69617"/>
                  </a:cubicBezTo>
                  <a:cubicBezTo>
                    <a:pt x="128624" y="69562"/>
                    <a:pt x="128723" y="69538"/>
                    <a:pt x="128825" y="69538"/>
                  </a:cubicBezTo>
                  <a:close/>
                  <a:moveTo>
                    <a:pt x="81898" y="43041"/>
                  </a:moveTo>
                  <a:cubicBezTo>
                    <a:pt x="84071" y="43041"/>
                    <a:pt x="86468" y="43165"/>
                    <a:pt x="88794" y="43505"/>
                  </a:cubicBezTo>
                  <a:cubicBezTo>
                    <a:pt x="93908" y="44241"/>
                    <a:pt x="96194" y="47941"/>
                    <a:pt x="93831" y="53074"/>
                  </a:cubicBezTo>
                  <a:cubicBezTo>
                    <a:pt x="88407" y="64968"/>
                    <a:pt x="87458" y="67602"/>
                    <a:pt x="85288" y="69810"/>
                  </a:cubicBezTo>
                  <a:cubicBezTo>
                    <a:pt x="83119" y="72038"/>
                    <a:pt x="79361" y="74188"/>
                    <a:pt x="78547" y="76493"/>
                  </a:cubicBezTo>
                  <a:cubicBezTo>
                    <a:pt x="77889" y="78295"/>
                    <a:pt x="77869" y="79999"/>
                    <a:pt x="77734" y="80832"/>
                  </a:cubicBezTo>
                  <a:cubicBezTo>
                    <a:pt x="77635" y="81427"/>
                    <a:pt x="77277" y="81692"/>
                    <a:pt x="76904" y="81692"/>
                  </a:cubicBezTo>
                  <a:cubicBezTo>
                    <a:pt x="76549" y="81692"/>
                    <a:pt x="76180" y="81451"/>
                    <a:pt x="76010" y="81026"/>
                  </a:cubicBezTo>
                  <a:cubicBezTo>
                    <a:pt x="75835" y="80619"/>
                    <a:pt x="75603" y="79825"/>
                    <a:pt x="75177" y="78663"/>
                  </a:cubicBezTo>
                  <a:cubicBezTo>
                    <a:pt x="74809" y="77636"/>
                    <a:pt x="73511" y="77074"/>
                    <a:pt x="72271" y="77074"/>
                  </a:cubicBezTo>
                  <a:cubicBezTo>
                    <a:pt x="70683" y="77074"/>
                    <a:pt x="68010" y="77287"/>
                    <a:pt x="67041" y="77287"/>
                  </a:cubicBezTo>
                  <a:cubicBezTo>
                    <a:pt x="66363" y="77287"/>
                    <a:pt x="65898" y="76512"/>
                    <a:pt x="66751" y="75989"/>
                  </a:cubicBezTo>
                  <a:cubicBezTo>
                    <a:pt x="67719" y="75389"/>
                    <a:pt x="68746" y="74304"/>
                    <a:pt x="68843" y="72406"/>
                  </a:cubicBezTo>
                  <a:cubicBezTo>
                    <a:pt x="68901" y="71205"/>
                    <a:pt x="71787" y="71069"/>
                    <a:pt x="74112" y="71069"/>
                  </a:cubicBezTo>
                  <a:cubicBezTo>
                    <a:pt x="75049" y="71069"/>
                    <a:pt x="76756" y="72634"/>
                    <a:pt x="78240" y="72634"/>
                  </a:cubicBezTo>
                  <a:cubicBezTo>
                    <a:pt x="78535" y="72634"/>
                    <a:pt x="78820" y="72573"/>
                    <a:pt x="79090" y="72425"/>
                  </a:cubicBezTo>
                  <a:cubicBezTo>
                    <a:pt x="80717" y="71534"/>
                    <a:pt x="82538" y="70546"/>
                    <a:pt x="83700" y="67951"/>
                  </a:cubicBezTo>
                  <a:cubicBezTo>
                    <a:pt x="85308" y="64387"/>
                    <a:pt x="89453" y="55321"/>
                    <a:pt x="90635" y="52764"/>
                  </a:cubicBezTo>
                  <a:cubicBezTo>
                    <a:pt x="93114" y="47341"/>
                    <a:pt x="89995" y="46217"/>
                    <a:pt x="88814" y="46217"/>
                  </a:cubicBezTo>
                  <a:cubicBezTo>
                    <a:pt x="87260" y="46217"/>
                    <a:pt x="86630" y="46909"/>
                    <a:pt x="84907" y="46909"/>
                  </a:cubicBezTo>
                  <a:cubicBezTo>
                    <a:pt x="84697" y="46909"/>
                    <a:pt x="84470" y="46899"/>
                    <a:pt x="84223" y="46876"/>
                  </a:cubicBezTo>
                  <a:cubicBezTo>
                    <a:pt x="82305" y="46682"/>
                    <a:pt x="80291" y="46120"/>
                    <a:pt x="79032" y="45849"/>
                  </a:cubicBezTo>
                  <a:cubicBezTo>
                    <a:pt x="78767" y="45784"/>
                    <a:pt x="78536" y="45753"/>
                    <a:pt x="78323" y="45753"/>
                  </a:cubicBezTo>
                  <a:cubicBezTo>
                    <a:pt x="77838" y="45753"/>
                    <a:pt x="77450" y="45915"/>
                    <a:pt x="76978" y="46198"/>
                  </a:cubicBezTo>
                  <a:cubicBezTo>
                    <a:pt x="76494" y="46488"/>
                    <a:pt x="75990" y="46837"/>
                    <a:pt x="75487" y="47127"/>
                  </a:cubicBezTo>
                  <a:cubicBezTo>
                    <a:pt x="74584" y="47637"/>
                    <a:pt x="71940" y="48160"/>
                    <a:pt x="70469" y="48160"/>
                  </a:cubicBezTo>
                  <a:cubicBezTo>
                    <a:pt x="69477" y="48160"/>
                    <a:pt x="69018" y="47922"/>
                    <a:pt x="69986" y="47282"/>
                  </a:cubicBezTo>
                  <a:cubicBezTo>
                    <a:pt x="72407" y="45694"/>
                    <a:pt x="73182" y="43796"/>
                    <a:pt x="74925" y="43505"/>
                  </a:cubicBezTo>
                  <a:cubicBezTo>
                    <a:pt x="76288" y="43280"/>
                    <a:pt x="78877" y="43041"/>
                    <a:pt x="81898" y="43041"/>
                  </a:cubicBezTo>
                  <a:close/>
                  <a:moveTo>
                    <a:pt x="54412" y="81377"/>
                  </a:moveTo>
                  <a:cubicBezTo>
                    <a:pt x="54867" y="81377"/>
                    <a:pt x="55259" y="81536"/>
                    <a:pt x="55438" y="81956"/>
                  </a:cubicBezTo>
                  <a:cubicBezTo>
                    <a:pt x="55861" y="82924"/>
                    <a:pt x="54060" y="84084"/>
                    <a:pt x="53059" y="84084"/>
                  </a:cubicBezTo>
                  <a:cubicBezTo>
                    <a:pt x="52958" y="84084"/>
                    <a:pt x="52866" y="84072"/>
                    <a:pt x="52785" y="84048"/>
                  </a:cubicBezTo>
                  <a:cubicBezTo>
                    <a:pt x="51913" y="83796"/>
                    <a:pt x="51622" y="82808"/>
                    <a:pt x="52358" y="82169"/>
                  </a:cubicBezTo>
                  <a:cubicBezTo>
                    <a:pt x="52810" y="81777"/>
                    <a:pt x="53691" y="81377"/>
                    <a:pt x="54412" y="81377"/>
                  </a:cubicBezTo>
                  <a:close/>
                  <a:moveTo>
                    <a:pt x="141149" y="83025"/>
                  </a:moveTo>
                  <a:cubicBezTo>
                    <a:pt x="141877" y="83025"/>
                    <a:pt x="142585" y="83567"/>
                    <a:pt x="142644" y="84377"/>
                  </a:cubicBezTo>
                  <a:cubicBezTo>
                    <a:pt x="142702" y="85240"/>
                    <a:pt x="141948" y="85783"/>
                    <a:pt x="141206" y="85783"/>
                  </a:cubicBezTo>
                  <a:cubicBezTo>
                    <a:pt x="140949" y="85783"/>
                    <a:pt x="140694" y="85717"/>
                    <a:pt x="140475" y="85578"/>
                  </a:cubicBezTo>
                  <a:cubicBezTo>
                    <a:pt x="139603" y="85055"/>
                    <a:pt x="139564" y="83680"/>
                    <a:pt x="140475" y="83195"/>
                  </a:cubicBezTo>
                  <a:cubicBezTo>
                    <a:pt x="140688" y="83079"/>
                    <a:pt x="140920" y="83025"/>
                    <a:pt x="141149" y="83025"/>
                  </a:cubicBezTo>
                  <a:close/>
                  <a:moveTo>
                    <a:pt x="117448" y="86311"/>
                  </a:moveTo>
                  <a:cubicBezTo>
                    <a:pt x="117478" y="86311"/>
                    <a:pt x="117509" y="86312"/>
                    <a:pt x="117540" y="86314"/>
                  </a:cubicBezTo>
                  <a:cubicBezTo>
                    <a:pt x="118741" y="86391"/>
                    <a:pt x="118954" y="87534"/>
                    <a:pt x="118509" y="88309"/>
                  </a:cubicBezTo>
                  <a:cubicBezTo>
                    <a:pt x="118254" y="88752"/>
                    <a:pt x="117690" y="88999"/>
                    <a:pt x="117155" y="88999"/>
                  </a:cubicBezTo>
                  <a:cubicBezTo>
                    <a:pt x="116754" y="88999"/>
                    <a:pt x="116370" y="88860"/>
                    <a:pt x="116145" y="88561"/>
                  </a:cubicBezTo>
                  <a:cubicBezTo>
                    <a:pt x="115504" y="87712"/>
                    <a:pt x="116296" y="86311"/>
                    <a:pt x="117448" y="86311"/>
                  </a:cubicBezTo>
                  <a:close/>
                  <a:moveTo>
                    <a:pt x="81798" y="90197"/>
                  </a:moveTo>
                  <a:cubicBezTo>
                    <a:pt x="82638" y="90197"/>
                    <a:pt x="83673" y="91102"/>
                    <a:pt x="83952" y="91970"/>
                  </a:cubicBezTo>
                  <a:cubicBezTo>
                    <a:pt x="84251" y="92853"/>
                    <a:pt x="83781" y="93466"/>
                    <a:pt x="83033" y="93466"/>
                  </a:cubicBezTo>
                  <a:cubicBezTo>
                    <a:pt x="82861" y="93466"/>
                    <a:pt x="82675" y="93433"/>
                    <a:pt x="82480" y="93365"/>
                  </a:cubicBezTo>
                  <a:cubicBezTo>
                    <a:pt x="81589" y="93074"/>
                    <a:pt x="80368" y="91040"/>
                    <a:pt x="81220" y="90382"/>
                  </a:cubicBezTo>
                  <a:cubicBezTo>
                    <a:pt x="81391" y="90254"/>
                    <a:pt x="81589" y="90197"/>
                    <a:pt x="81798" y="90197"/>
                  </a:cubicBezTo>
                  <a:close/>
                  <a:moveTo>
                    <a:pt x="34844" y="0"/>
                  </a:moveTo>
                  <a:cubicBezTo>
                    <a:pt x="34717" y="0"/>
                    <a:pt x="34602" y="6"/>
                    <a:pt x="34499" y="18"/>
                  </a:cubicBezTo>
                  <a:cubicBezTo>
                    <a:pt x="33472" y="135"/>
                    <a:pt x="33027" y="445"/>
                    <a:pt x="32368" y="600"/>
                  </a:cubicBezTo>
                  <a:cubicBezTo>
                    <a:pt x="31709" y="754"/>
                    <a:pt x="30993" y="696"/>
                    <a:pt x="29811" y="948"/>
                  </a:cubicBezTo>
                  <a:cubicBezTo>
                    <a:pt x="28668" y="1200"/>
                    <a:pt x="26479" y="2304"/>
                    <a:pt x="25395" y="4609"/>
                  </a:cubicBezTo>
                  <a:cubicBezTo>
                    <a:pt x="24310" y="6914"/>
                    <a:pt x="24736" y="9258"/>
                    <a:pt x="25143" y="10866"/>
                  </a:cubicBezTo>
                  <a:cubicBezTo>
                    <a:pt x="25259" y="11273"/>
                    <a:pt x="25182" y="11583"/>
                    <a:pt x="24717" y="12067"/>
                  </a:cubicBezTo>
                  <a:cubicBezTo>
                    <a:pt x="24310" y="12493"/>
                    <a:pt x="19235" y="17219"/>
                    <a:pt x="18208" y="18595"/>
                  </a:cubicBezTo>
                  <a:cubicBezTo>
                    <a:pt x="17201" y="19951"/>
                    <a:pt x="16697" y="21733"/>
                    <a:pt x="16446" y="22333"/>
                  </a:cubicBezTo>
                  <a:cubicBezTo>
                    <a:pt x="16274" y="22754"/>
                    <a:pt x="15928" y="22949"/>
                    <a:pt x="15537" y="22949"/>
                  </a:cubicBezTo>
                  <a:cubicBezTo>
                    <a:pt x="15441" y="22949"/>
                    <a:pt x="15343" y="22937"/>
                    <a:pt x="15245" y="22914"/>
                  </a:cubicBezTo>
                  <a:cubicBezTo>
                    <a:pt x="13629" y="22517"/>
                    <a:pt x="11859" y="21857"/>
                    <a:pt x="10554" y="21857"/>
                  </a:cubicBezTo>
                  <a:cubicBezTo>
                    <a:pt x="9951" y="21857"/>
                    <a:pt x="9447" y="21998"/>
                    <a:pt x="9104" y="22372"/>
                  </a:cubicBezTo>
                  <a:cubicBezTo>
                    <a:pt x="8019" y="23573"/>
                    <a:pt x="8969" y="25626"/>
                    <a:pt x="10189" y="26633"/>
                  </a:cubicBezTo>
                  <a:cubicBezTo>
                    <a:pt x="10734" y="27076"/>
                    <a:pt x="11230" y="27204"/>
                    <a:pt x="11754" y="27204"/>
                  </a:cubicBezTo>
                  <a:cubicBezTo>
                    <a:pt x="12424" y="27204"/>
                    <a:pt x="13140" y="26995"/>
                    <a:pt x="14063" y="26963"/>
                  </a:cubicBezTo>
                  <a:cubicBezTo>
                    <a:pt x="14098" y="26961"/>
                    <a:pt x="14133" y="26960"/>
                    <a:pt x="14168" y="26960"/>
                  </a:cubicBezTo>
                  <a:cubicBezTo>
                    <a:pt x="15760" y="26960"/>
                    <a:pt x="17340" y="28667"/>
                    <a:pt x="17511" y="30411"/>
                  </a:cubicBezTo>
                  <a:cubicBezTo>
                    <a:pt x="17511" y="30721"/>
                    <a:pt x="17511" y="30721"/>
                    <a:pt x="17337" y="30895"/>
                  </a:cubicBezTo>
                  <a:cubicBezTo>
                    <a:pt x="14857" y="32561"/>
                    <a:pt x="10828" y="33917"/>
                    <a:pt x="8019" y="34459"/>
                  </a:cubicBezTo>
                  <a:cubicBezTo>
                    <a:pt x="4843" y="35098"/>
                    <a:pt x="3119" y="34885"/>
                    <a:pt x="1530" y="36222"/>
                  </a:cubicBezTo>
                  <a:cubicBezTo>
                    <a:pt x="0" y="37481"/>
                    <a:pt x="969" y="40561"/>
                    <a:pt x="3119" y="40871"/>
                  </a:cubicBezTo>
                  <a:cubicBezTo>
                    <a:pt x="3261" y="40891"/>
                    <a:pt x="3403" y="40901"/>
                    <a:pt x="3543" y="40901"/>
                  </a:cubicBezTo>
                  <a:cubicBezTo>
                    <a:pt x="5647" y="40901"/>
                    <a:pt x="7476" y="38700"/>
                    <a:pt x="9492" y="37810"/>
                  </a:cubicBezTo>
                  <a:cubicBezTo>
                    <a:pt x="13133" y="36241"/>
                    <a:pt x="17608" y="34808"/>
                    <a:pt x="20765" y="34537"/>
                  </a:cubicBezTo>
                  <a:cubicBezTo>
                    <a:pt x="20774" y="34536"/>
                    <a:pt x="20782" y="34536"/>
                    <a:pt x="20791" y="34536"/>
                  </a:cubicBezTo>
                  <a:cubicBezTo>
                    <a:pt x="21094" y="34536"/>
                    <a:pt x="21425" y="34862"/>
                    <a:pt x="22160" y="35408"/>
                  </a:cubicBezTo>
                  <a:cubicBezTo>
                    <a:pt x="22935" y="35951"/>
                    <a:pt x="25569" y="37946"/>
                    <a:pt x="29230" y="39863"/>
                  </a:cubicBezTo>
                  <a:cubicBezTo>
                    <a:pt x="29559" y="40038"/>
                    <a:pt x="29792" y="40270"/>
                    <a:pt x="29734" y="40561"/>
                  </a:cubicBezTo>
                  <a:cubicBezTo>
                    <a:pt x="29230" y="42479"/>
                    <a:pt x="29211" y="44183"/>
                    <a:pt x="28940" y="45171"/>
                  </a:cubicBezTo>
                  <a:cubicBezTo>
                    <a:pt x="28668" y="46178"/>
                    <a:pt x="28184" y="46566"/>
                    <a:pt x="27932" y="47767"/>
                  </a:cubicBezTo>
                  <a:cubicBezTo>
                    <a:pt x="27680" y="48968"/>
                    <a:pt x="28223" y="50401"/>
                    <a:pt x="29792" y="50808"/>
                  </a:cubicBezTo>
                  <a:cubicBezTo>
                    <a:pt x="30081" y="50886"/>
                    <a:pt x="30367" y="50924"/>
                    <a:pt x="30642" y="50924"/>
                  </a:cubicBezTo>
                  <a:cubicBezTo>
                    <a:pt x="31859" y="50924"/>
                    <a:pt x="32865" y="50184"/>
                    <a:pt x="33007" y="48968"/>
                  </a:cubicBezTo>
                  <a:cubicBezTo>
                    <a:pt x="33182" y="47457"/>
                    <a:pt x="32407" y="46798"/>
                    <a:pt x="32794" y="45171"/>
                  </a:cubicBezTo>
                  <a:cubicBezTo>
                    <a:pt x="33182" y="43544"/>
                    <a:pt x="33433" y="42537"/>
                    <a:pt x="34150" y="42207"/>
                  </a:cubicBezTo>
                  <a:cubicBezTo>
                    <a:pt x="34312" y="42135"/>
                    <a:pt x="34505" y="42098"/>
                    <a:pt x="34726" y="42098"/>
                  </a:cubicBezTo>
                  <a:cubicBezTo>
                    <a:pt x="35454" y="42098"/>
                    <a:pt x="36490" y="42506"/>
                    <a:pt x="37753" y="43428"/>
                  </a:cubicBezTo>
                  <a:cubicBezTo>
                    <a:pt x="40097" y="45132"/>
                    <a:pt x="43390" y="47244"/>
                    <a:pt x="47690" y="48290"/>
                  </a:cubicBezTo>
                  <a:cubicBezTo>
                    <a:pt x="51971" y="49336"/>
                    <a:pt x="55109" y="49355"/>
                    <a:pt x="56504" y="49704"/>
                  </a:cubicBezTo>
                  <a:cubicBezTo>
                    <a:pt x="58460" y="50207"/>
                    <a:pt x="59797" y="51525"/>
                    <a:pt x="63070" y="52842"/>
                  </a:cubicBezTo>
                  <a:cubicBezTo>
                    <a:pt x="66344" y="54159"/>
                    <a:pt x="69579" y="54449"/>
                    <a:pt x="70586" y="54934"/>
                  </a:cubicBezTo>
                  <a:cubicBezTo>
                    <a:pt x="74460" y="56793"/>
                    <a:pt x="76223" y="57355"/>
                    <a:pt x="80717" y="58575"/>
                  </a:cubicBezTo>
                  <a:cubicBezTo>
                    <a:pt x="82305" y="59002"/>
                    <a:pt x="80639" y="62430"/>
                    <a:pt x="79710" y="62914"/>
                  </a:cubicBezTo>
                  <a:cubicBezTo>
                    <a:pt x="79281" y="63143"/>
                    <a:pt x="78782" y="63186"/>
                    <a:pt x="78246" y="63186"/>
                  </a:cubicBezTo>
                  <a:cubicBezTo>
                    <a:pt x="77923" y="63186"/>
                    <a:pt x="77587" y="63171"/>
                    <a:pt x="77245" y="63171"/>
                  </a:cubicBezTo>
                  <a:cubicBezTo>
                    <a:pt x="76665" y="63171"/>
                    <a:pt x="76067" y="63216"/>
                    <a:pt x="75487" y="63457"/>
                  </a:cubicBezTo>
                  <a:cubicBezTo>
                    <a:pt x="73976" y="64077"/>
                    <a:pt x="73995" y="67215"/>
                    <a:pt x="73511" y="68416"/>
                  </a:cubicBezTo>
                  <a:cubicBezTo>
                    <a:pt x="73124" y="69403"/>
                    <a:pt x="70877" y="69403"/>
                    <a:pt x="70179" y="69403"/>
                  </a:cubicBezTo>
                  <a:cubicBezTo>
                    <a:pt x="68397" y="69403"/>
                    <a:pt x="66480" y="69171"/>
                    <a:pt x="64852" y="68512"/>
                  </a:cubicBezTo>
                  <a:cubicBezTo>
                    <a:pt x="63438" y="67951"/>
                    <a:pt x="62431" y="67350"/>
                    <a:pt x="60630" y="66440"/>
                  </a:cubicBezTo>
                  <a:cubicBezTo>
                    <a:pt x="59647" y="65952"/>
                    <a:pt x="58701" y="65727"/>
                    <a:pt x="57861" y="65727"/>
                  </a:cubicBezTo>
                  <a:cubicBezTo>
                    <a:pt x="56500" y="65727"/>
                    <a:pt x="55419" y="66320"/>
                    <a:pt x="54915" y="67350"/>
                  </a:cubicBezTo>
                  <a:cubicBezTo>
                    <a:pt x="54237" y="68726"/>
                    <a:pt x="55109" y="69946"/>
                    <a:pt x="56407" y="70585"/>
                  </a:cubicBezTo>
                  <a:cubicBezTo>
                    <a:pt x="57743" y="71244"/>
                    <a:pt x="61579" y="71069"/>
                    <a:pt x="63206" y="71941"/>
                  </a:cubicBezTo>
                  <a:cubicBezTo>
                    <a:pt x="64155" y="72445"/>
                    <a:pt x="65065" y="74227"/>
                    <a:pt x="64174" y="75621"/>
                  </a:cubicBezTo>
                  <a:cubicBezTo>
                    <a:pt x="62218" y="78566"/>
                    <a:pt x="58111" y="79108"/>
                    <a:pt x="55710" y="79786"/>
                  </a:cubicBezTo>
                  <a:cubicBezTo>
                    <a:pt x="54780" y="80038"/>
                    <a:pt x="51971" y="80464"/>
                    <a:pt x="51119" y="81026"/>
                  </a:cubicBezTo>
                  <a:cubicBezTo>
                    <a:pt x="48814" y="82556"/>
                    <a:pt x="50150" y="85268"/>
                    <a:pt x="52049" y="85636"/>
                  </a:cubicBezTo>
                  <a:cubicBezTo>
                    <a:pt x="52277" y="85679"/>
                    <a:pt x="52501" y="85699"/>
                    <a:pt x="52719" y="85699"/>
                  </a:cubicBezTo>
                  <a:cubicBezTo>
                    <a:pt x="53873" y="85699"/>
                    <a:pt x="54877" y="85153"/>
                    <a:pt x="55593" y="84648"/>
                  </a:cubicBezTo>
                  <a:cubicBezTo>
                    <a:pt x="59061" y="82207"/>
                    <a:pt x="62160" y="81181"/>
                    <a:pt x="64794" y="80542"/>
                  </a:cubicBezTo>
                  <a:cubicBezTo>
                    <a:pt x="65503" y="80363"/>
                    <a:pt x="66247" y="80277"/>
                    <a:pt x="66990" y="80277"/>
                  </a:cubicBezTo>
                  <a:cubicBezTo>
                    <a:pt x="68990" y="80277"/>
                    <a:pt x="70993" y="80898"/>
                    <a:pt x="72349" y="82014"/>
                  </a:cubicBezTo>
                  <a:cubicBezTo>
                    <a:pt x="74383" y="83680"/>
                    <a:pt x="77540" y="87825"/>
                    <a:pt x="78431" y="89103"/>
                  </a:cubicBezTo>
                  <a:cubicBezTo>
                    <a:pt x="79245" y="90285"/>
                    <a:pt x="79884" y="91796"/>
                    <a:pt x="80426" y="92803"/>
                  </a:cubicBezTo>
                  <a:cubicBezTo>
                    <a:pt x="81374" y="94584"/>
                    <a:pt x="82540" y="95217"/>
                    <a:pt x="83545" y="95217"/>
                  </a:cubicBezTo>
                  <a:cubicBezTo>
                    <a:pt x="84410" y="95217"/>
                    <a:pt x="85155" y="94749"/>
                    <a:pt x="85540" y="94140"/>
                  </a:cubicBezTo>
                  <a:cubicBezTo>
                    <a:pt x="86315" y="92919"/>
                    <a:pt x="85947" y="91680"/>
                    <a:pt x="85250" y="90982"/>
                  </a:cubicBezTo>
                  <a:cubicBezTo>
                    <a:pt x="84552" y="90285"/>
                    <a:pt x="82363" y="89181"/>
                    <a:pt x="81104" y="87224"/>
                  </a:cubicBezTo>
                  <a:cubicBezTo>
                    <a:pt x="79845" y="85268"/>
                    <a:pt x="78838" y="80851"/>
                    <a:pt x="79845" y="79457"/>
                  </a:cubicBezTo>
                  <a:cubicBezTo>
                    <a:pt x="80833" y="78062"/>
                    <a:pt x="85908" y="73994"/>
                    <a:pt x="88426" y="70120"/>
                  </a:cubicBezTo>
                  <a:cubicBezTo>
                    <a:pt x="90925" y="66265"/>
                    <a:pt x="93540" y="60125"/>
                    <a:pt x="93618" y="59951"/>
                  </a:cubicBezTo>
                  <a:cubicBezTo>
                    <a:pt x="93792" y="59563"/>
                    <a:pt x="94082" y="59118"/>
                    <a:pt x="94605" y="59060"/>
                  </a:cubicBezTo>
                  <a:cubicBezTo>
                    <a:pt x="100823" y="58556"/>
                    <a:pt x="106034" y="58188"/>
                    <a:pt x="111361" y="55650"/>
                  </a:cubicBezTo>
                  <a:cubicBezTo>
                    <a:pt x="111542" y="55563"/>
                    <a:pt x="111714" y="55511"/>
                    <a:pt x="111871" y="55511"/>
                  </a:cubicBezTo>
                  <a:cubicBezTo>
                    <a:pt x="112267" y="55511"/>
                    <a:pt x="112567" y="55844"/>
                    <a:pt x="112678" y="56774"/>
                  </a:cubicBezTo>
                  <a:cubicBezTo>
                    <a:pt x="112833" y="58188"/>
                    <a:pt x="113259" y="60416"/>
                    <a:pt x="113918" y="62023"/>
                  </a:cubicBezTo>
                  <a:cubicBezTo>
                    <a:pt x="114092" y="62449"/>
                    <a:pt x="113840" y="62604"/>
                    <a:pt x="113298" y="62604"/>
                  </a:cubicBezTo>
                  <a:cubicBezTo>
                    <a:pt x="112058" y="62604"/>
                    <a:pt x="110606" y="62721"/>
                    <a:pt x="110160" y="64115"/>
                  </a:cubicBezTo>
                  <a:cubicBezTo>
                    <a:pt x="109811" y="65200"/>
                    <a:pt x="110509" y="66246"/>
                    <a:pt x="111361" y="66595"/>
                  </a:cubicBezTo>
                  <a:cubicBezTo>
                    <a:pt x="111749" y="66759"/>
                    <a:pt x="112143" y="66818"/>
                    <a:pt x="112519" y="66818"/>
                  </a:cubicBezTo>
                  <a:cubicBezTo>
                    <a:pt x="113343" y="66818"/>
                    <a:pt x="114081" y="66533"/>
                    <a:pt x="114480" y="66440"/>
                  </a:cubicBezTo>
                  <a:cubicBezTo>
                    <a:pt x="114796" y="66373"/>
                    <a:pt x="115093" y="66345"/>
                    <a:pt x="115369" y="66345"/>
                  </a:cubicBezTo>
                  <a:cubicBezTo>
                    <a:pt x="116373" y="66345"/>
                    <a:pt x="117089" y="66720"/>
                    <a:pt x="117424" y="66963"/>
                  </a:cubicBezTo>
                  <a:cubicBezTo>
                    <a:pt x="118276" y="67563"/>
                    <a:pt x="118644" y="67951"/>
                    <a:pt x="118218" y="68919"/>
                  </a:cubicBezTo>
                  <a:cubicBezTo>
                    <a:pt x="117405" y="70876"/>
                    <a:pt x="114131" y="72096"/>
                    <a:pt x="112291" y="72658"/>
                  </a:cubicBezTo>
                  <a:cubicBezTo>
                    <a:pt x="110625" y="73161"/>
                    <a:pt x="108533" y="73316"/>
                    <a:pt x="107371" y="74227"/>
                  </a:cubicBezTo>
                  <a:cubicBezTo>
                    <a:pt x="105821" y="75447"/>
                    <a:pt x="106460" y="78101"/>
                    <a:pt x="108765" y="78372"/>
                  </a:cubicBezTo>
                  <a:cubicBezTo>
                    <a:pt x="108911" y="78387"/>
                    <a:pt x="109053" y="78394"/>
                    <a:pt x="109192" y="78394"/>
                  </a:cubicBezTo>
                  <a:cubicBezTo>
                    <a:pt x="111365" y="78394"/>
                    <a:pt x="112640" y="76611"/>
                    <a:pt x="114770" y="75428"/>
                  </a:cubicBezTo>
                  <a:cubicBezTo>
                    <a:pt x="115251" y="75153"/>
                    <a:pt x="115789" y="75032"/>
                    <a:pt x="116344" y="75032"/>
                  </a:cubicBezTo>
                  <a:cubicBezTo>
                    <a:pt x="118917" y="75032"/>
                    <a:pt x="121846" y="77643"/>
                    <a:pt x="121066" y="79650"/>
                  </a:cubicBezTo>
                  <a:cubicBezTo>
                    <a:pt x="120717" y="80542"/>
                    <a:pt x="119322" y="82672"/>
                    <a:pt x="118431" y="83583"/>
                  </a:cubicBezTo>
                  <a:cubicBezTo>
                    <a:pt x="117560" y="84512"/>
                    <a:pt x="115681" y="85249"/>
                    <a:pt x="114925" y="86004"/>
                  </a:cubicBezTo>
                  <a:cubicBezTo>
                    <a:pt x="114170" y="86779"/>
                    <a:pt x="113763" y="88232"/>
                    <a:pt x="114441" y="89355"/>
                  </a:cubicBezTo>
                  <a:cubicBezTo>
                    <a:pt x="115010" y="90329"/>
                    <a:pt x="116006" y="90765"/>
                    <a:pt x="116976" y="90765"/>
                  </a:cubicBezTo>
                  <a:cubicBezTo>
                    <a:pt x="117819" y="90765"/>
                    <a:pt x="118643" y="90434"/>
                    <a:pt x="119148" y="89839"/>
                  </a:cubicBezTo>
                  <a:cubicBezTo>
                    <a:pt x="120155" y="88677"/>
                    <a:pt x="120020" y="87825"/>
                    <a:pt x="120969" y="85791"/>
                  </a:cubicBezTo>
                  <a:cubicBezTo>
                    <a:pt x="121918" y="83776"/>
                    <a:pt x="125598" y="79515"/>
                    <a:pt x="129434" y="79360"/>
                  </a:cubicBezTo>
                  <a:cubicBezTo>
                    <a:pt x="129543" y="79356"/>
                    <a:pt x="129653" y="79353"/>
                    <a:pt x="129762" y="79353"/>
                  </a:cubicBezTo>
                  <a:cubicBezTo>
                    <a:pt x="133502" y="79353"/>
                    <a:pt x="137114" y="81900"/>
                    <a:pt x="138751" y="85287"/>
                  </a:cubicBezTo>
                  <a:cubicBezTo>
                    <a:pt x="139331" y="86510"/>
                    <a:pt x="140274" y="87539"/>
                    <a:pt x="141606" y="87539"/>
                  </a:cubicBezTo>
                  <a:cubicBezTo>
                    <a:pt x="141963" y="87539"/>
                    <a:pt x="142347" y="87465"/>
                    <a:pt x="142761" y="87302"/>
                  </a:cubicBezTo>
                  <a:cubicBezTo>
                    <a:pt x="144698" y="86527"/>
                    <a:pt x="144911" y="84319"/>
                    <a:pt x="143923" y="83002"/>
                  </a:cubicBezTo>
                  <a:cubicBezTo>
                    <a:pt x="142935" y="81684"/>
                    <a:pt x="141153" y="81510"/>
                    <a:pt x="139332" y="80135"/>
                  </a:cubicBezTo>
                  <a:cubicBezTo>
                    <a:pt x="137531" y="78759"/>
                    <a:pt x="132010" y="74265"/>
                    <a:pt x="134547" y="70488"/>
                  </a:cubicBezTo>
                  <a:cubicBezTo>
                    <a:pt x="142005" y="59428"/>
                    <a:pt x="142509" y="56929"/>
                    <a:pt x="143613" y="52977"/>
                  </a:cubicBezTo>
                  <a:cubicBezTo>
                    <a:pt x="144756" y="48832"/>
                    <a:pt x="145879" y="44222"/>
                    <a:pt x="147293" y="40600"/>
                  </a:cubicBezTo>
                  <a:cubicBezTo>
                    <a:pt x="148649" y="37055"/>
                    <a:pt x="151400" y="34672"/>
                    <a:pt x="151400" y="31186"/>
                  </a:cubicBezTo>
                  <a:cubicBezTo>
                    <a:pt x="151400" y="29442"/>
                    <a:pt x="149947" y="28590"/>
                    <a:pt x="148572" y="27098"/>
                  </a:cubicBezTo>
                  <a:cubicBezTo>
                    <a:pt x="147177" y="25626"/>
                    <a:pt x="146557" y="24445"/>
                    <a:pt x="145046" y="24309"/>
                  </a:cubicBezTo>
                  <a:cubicBezTo>
                    <a:pt x="144955" y="24301"/>
                    <a:pt x="144863" y="24297"/>
                    <a:pt x="144772" y="24297"/>
                  </a:cubicBezTo>
                  <a:cubicBezTo>
                    <a:pt x="142022" y="24297"/>
                    <a:pt x="139656" y="27875"/>
                    <a:pt x="137724" y="28532"/>
                  </a:cubicBezTo>
                  <a:cubicBezTo>
                    <a:pt x="137636" y="28562"/>
                    <a:pt x="137553" y="28576"/>
                    <a:pt x="137475" y="28576"/>
                  </a:cubicBezTo>
                  <a:cubicBezTo>
                    <a:pt x="137110" y="28576"/>
                    <a:pt x="136861" y="28270"/>
                    <a:pt x="136717" y="27951"/>
                  </a:cubicBezTo>
                  <a:cubicBezTo>
                    <a:pt x="136523" y="27486"/>
                    <a:pt x="137589" y="24425"/>
                    <a:pt x="137492" y="23534"/>
                  </a:cubicBezTo>
                  <a:cubicBezTo>
                    <a:pt x="137395" y="22643"/>
                    <a:pt x="137066" y="21113"/>
                    <a:pt x="136368" y="20338"/>
                  </a:cubicBezTo>
                  <a:cubicBezTo>
                    <a:pt x="135671" y="19563"/>
                    <a:pt x="134257" y="18711"/>
                    <a:pt x="134083" y="18091"/>
                  </a:cubicBezTo>
                  <a:cubicBezTo>
                    <a:pt x="133889" y="17491"/>
                    <a:pt x="133850" y="16600"/>
                    <a:pt x="133579" y="15631"/>
                  </a:cubicBezTo>
                  <a:cubicBezTo>
                    <a:pt x="133308" y="14662"/>
                    <a:pt x="132223" y="13365"/>
                    <a:pt x="129840" y="12977"/>
                  </a:cubicBezTo>
                  <a:cubicBezTo>
                    <a:pt x="129492" y="12921"/>
                    <a:pt x="129082" y="12898"/>
                    <a:pt x="128624" y="12898"/>
                  </a:cubicBezTo>
                  <a:cubicBezTo>
                    <a:pt x="126923" y="12898"/>
                    <a:pt x="124565" y="13205"/>
                    <a:pt x="122294" y="13205"/>
                  </a:cubicBezTo>
                  <a:cubicBezTo>
                    <a:pt x="120988" y="13205"/>
                    <a:pt x="119711" y="13104"/>
                    <a:pt x="118606" y="12784"/>
                  </a:cubicBezTo>
                  <a:cubicBezTo>
                    <a:pt x="115061" y="11757"/>
                    <a:pt x="106325" y="7457"/>
                    <a:pt x="104833" y="6759"/>
                  </a:cubicBezTo>
                  <a:cubicBezTo>
                    <a:pt x="103342" y="6081"/>
                    <a:pt x="101618" y="5190"/>
                    <a:pt x="100397" y="4900"/>
                  </a:cubicBezTo>
                  <a:cubicBezTo>
                    <a:pt x="99196" y="4629"/>
                    <a:pt x="96620" y="3951"/>
                    <a:pt x="94702" y="3834"/>
                  </a:cubicBezTo>
                  <a:cubicBezTo>
                    <a:pt x="94379" y="3812"/>
                    <a:pt x="94032" y="3802"/>
                    <a:pt x="93666" y="3802"/>
                  </a:cubicBezTo>
                  <a:cubicBezTo>
                    <a:pt x="90544" y="3802"/>
                    <a:pt x="85996" y="4543"/>
                    <a:pt x="82286" y="4803"/>
                  </a:cubicBezTo>
                  <a:cubicBezTo>
                    <a:pt x="82073" y="4814"/>
                    <a:pt x="81860" y="4819"/>
                    <a:pt x="81647" y="4819"/>
                  </a:cubicBezTo>
                  <a:cubicBezTo>
                    <a:pt x="80380" y="4819"/>
                    <a:pt x="79112" y="4651"/>
                    <a:pt x="77884" y="4651"/>
                  </a:cubicBezTo>
                  <a:cubicBezTo>
                    <a:pt x="77513" y="4651"/>
                    <a:pt x="77147" y="4666"/>
                    <a:pt x="76785" y="4706"/>
                  </a:cubicBezTo>
                  <a:cubicBezTo>
                    <a:pt x="74518" y="4900"/>
                    <a:pt x="71477" y="5500"/>
                    <a:pt x="70160" y="5791"/>
                  </a:cubicBezTo>
                  <a:cubicBezTo>
                    <a:pt x="64221" y="7093"/>
                    <a:pt x="59963" y="7740"/>
                    <a:pt x="56510" y="7740"/>
                  </a:cubicBezTo>
                  <a:cubicBezTo>
                    <a:pt x="53543" y="7740"/>
                    <a:pt x="51169" y="7263"/>
                    <a:pt x="48833" y="6314"/>
                  </a:cubicBezTo>
                  <a:cubicBezTo>
                    <a:pt x="45850" y="5113"/>
                    <a:pt x="44320" y="5132"/>
                    <a:pt x="43603" y="4609"/>
                  </a:cubicBezTo>
                  <a:cubicBezTo>
                    <a:pt x="43022" y="4183"/>
                    <a:pt x="42131" y="3292"/>
                    <a:pt x="39923" y="1800"/>
                  </a:cubicBezTo>
                  <a:cubicBezTo>
                    <a:pt x="37940" y="479"/>
                    <a:pt x="35958" y="0"/>
                    <a:pt x="34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903450" y="2431725"/>
              <a:ext cx="434900" cy="392600"/>
            </a:xfrm>
            <a:custGeom>
              <a:avLst/>
              <a:gdLst/>
              <a:ahLst/>
              <a:cxnLst/>
              <a:rect l="l" t="t" r="r" b="b"/>
              <a:pathLst>
                <a:path w="17396" h="15704" extrusionOk="0">
                  <a:moveTo>
                    <a:pt x="8779" y="2325"/>
                  </a:moveTo>
                  <a:cubicBezTo>
                    <a:pt x="11174" y="2325"/>
                    <a:pt x="13599" y="3571"/>
                    <a:pt x="14451" y="6222"/>
                  </a:cubicBezTo>
                  <a:cubicBezTo>
                    <a:pt x="14555" y="6560"/>
                    <a:pt x="14362" y="6776"/>
                    <a:pt x="14090" y="6776"/>
                  </a:cubicBezTo>
                  <a:cubicBezTo>
                    <a:pt x="13956" y="6776"/>
                    <a:pt x="13803" y="6724"/>
                    <a:pt x="13657" y="6610"/>
                  </a:cubicBezTo>
                  <a:cubicBezTo>
                    <a:pt x="12020" y="5316"/>
                    <a:pt x="10018" y="4807"/>
                    <a:pt x="8138" y="4807"/>
                  </a:cubicBezTo>
                  <a:cubicBezTo>
                    <a:pt x="6837" y="4807"/>
                    <a:pt x="5594" y="5051"/>
                    <a:pt x="4572" y="5447"/>
                  </a:cubicBezTo>
                  <a:cubicBezTo>
                    <a:pt x="4457" y="5489"/>
                    <a:pt x="4346" y="5509"/>
                    <a:pt x="4244" y="5509"/>
                  </a:cubicBezTo>
                  <a:cubicBezTo>
                    <a:pt x="3825" y="5509"/>
                    <a:pt x="3556" y="5186"/>
                    <a:pt x="3836" y="4750"/>
                  </a:cubicBezTo>
                  <a:cubicBezTo>
                    <a:pt x="4874" y="3162"/>
                    <a:pt x="6816" y="2325"/>
                    <a:pt x="8779" y="2325"/>
                  </a:cubicBezTo>
                  <a:close/>
                  <a:moveTo>
                    <a:pt x="3702" y="9745"/>
                  </a:moveTo>
                  <a:cubicBezTo>
                    <a:pt x="3815" y="9745"/>
                    <a:pt x="3937" y="9782"/>
                    <a:pt x="4049" y="9864"/>
                  </a:cubicBezTo>
                  <a:cubicBezTo>
                    <a:pt x="5454" y="10889"/>
                    <a:pt x="7288" y="11372"/>
                    <a:pt x="9050" y="11372"/>
                  </a:cubicBezTo>
                  <a:cubicBezTo>
                    <a:pt x="10617" y="11372"/>
                    <a:pt x="12128" y="10991"/>
                    <a:pt x="13230" y="10271"/>
                  </a:cubicBezTo>
                  <a:cubicBezTo>
                    <a:pt x="13363" y="10179"/>
                    <a:pt x="13499" y="10138"/>
                    <a:pt x="13622" y="10138"/>
                  </a:cubicBezTo>
                  <a:cubicBezTo>
                    <a:pt x="13970" y="10138"/>
                    <a:pt x="14220" y="10462"/>
                    <a:pt x="14005" y="10891"/>
                  </a:cubicBezTo>
                  <a:cubicBezTo>
                    <a:pt x="13009" y="12752"/>
                    <a:pt x="10935" y="13675"/>
                    <a:pt x="8842" y="13675"/>
                  </a:cubicBezTo>
                  <a:cubicBezTo>
                    <a:pt x="6581" y="13675"/>
                    <a:pt x="4298" y="12597"/>
                    <a:pt x="3332" y="10464"/>
                  </a:cubicBezTo>
                  <a:cubicBezTo>
                    <a:pt x="3132" y="10036"/>
                    <a:pt x="3385" y="9745"/>
                    <a:pt x="3702" y="9745"/>
                  </a:cubicBezTo>
                  <a:close/>
                  <a:moveTo>
                    <a:pt x="8867" y="1"/>
                  </a:moveTo>
                  <a:cubicBezTo>
                    <a:pt x="4855" y="1"/>
                    <a:pt x="1467" y="2544"/>
                    <a:pt x="756" y="6687"/>
                  </a:cubicBezTo>
                  <a:cubicBezTo>
                    <a:pt x="0" y="11181"/>
                    <a:pt x="2887" y="15481"/>
                    <a:pt x="8427" y="15694"/>
                  </a:cubicBezTo>
                  <a:cubicBezTo>
                    <a:pt x="8579" y="15700"/>
                    <a:pt x="8730" y="15703"/>
                    <a:pt x="8878" y="15703"/>
                  </a:cubicBezTo>
                  <a:cubicBezTo>
                    <a:pt x="14148" y="15703"/>
                    <a:pt x="16994" y="12071"/>
                    <a:pt x="17201" y="7908"/>
                  </a:cubicBezTo>
                  <a:cubicBezTo>
                    <a:pt x="17395" y="3627"/>
                    <a:pt x="14393" y="547"/>
                    <a:pt x="9957" y="62"/>
                  </a:cubicBezTo>
                  <a:cubicBezTo>
                    <a:pt x="9590" y="21"/>
                    <a:pt x="9226" y="1"/>
                    <a:pt x="88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2" name="Google Shape;12;p2"/>
          <p:cNvCxnSpPr/>
          <p:nvPr/>
        </p:nvCxnSpPr>
        <p:spPr>
          <a:xfrm>
            <a:off x="711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2336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>
            <a:off x="25400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" name="Google Shape;15;p2"/>
          <p:cNvCxnSpPr/>
          <p:nvPr/>
        </p:nvCxnSpPr>
        <p:spPr>
          <a:xfrm>
            <a:off x="41656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" name="Google Shape;16;p2"/>
          <p:cNvCxnSpPr/>
          <p:nvPr/>
        </p:nvCxnSpPr>
        <p:spPr>
          <a:xfrm>
            <a:off x="4368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" name="Google Shape;17;p2"/>
          <p:cNvCxnSpPr/>
          <p:nvPr/>
        </p:nvCxnSpPr>
        <p:spPr>
          <a:xfrm>
            <a:off x="59944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" name="Google Shape;18;p2"/>
          <p:cNvCxnSpPr/>
          <p:nvPr/>
        </p:nvCxnSpPr>
        <p:spPr>
          <a:xfrm>
            <a:off x="61976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" name="Google Shape;19;p2"/>
          <p:cNvCxnSpPr/>
          <p:nvPr/>
        </p:nvCxnSpPr>
        <p:spPr>
          <a:xfrm>
            <a:off x="7823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" name="Google Shape;20;p2"/>
          <p:cNvCxnSpPr/>
          <p:nvPr/>
        </p:nvCxnSpPr>
        <p:spPr>
          <a:xfrm>
            <a:off x="80264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" name="Google Shape;21;p2"/>
          <p:cNvCxnSpPr/>
          <p:nvPr/>
        </p:nvCxnSpPr>
        <p:spPr>
          <a:xfrm>
            <a:off x="96520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" name="Google Shape;22;p2"/>
          <p:cNvCxnSpPr/>
          <p:nvPr/>
        </p:nvCxnSpPr>
        <p:spPr>
          <a:xfrm>
            <a:off x="9855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11480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" name="Google Shape;24;p2"/>
          <p:cNvCxnSpPr/>
          <p:nvPr/>
        </p:nvCxnSpPr>
        <p:spPr>
          <a:xfrm>
            <a:off x="-1481092" y="304800"/>
            <a:ext cx="14508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" name="Google Shape;25;p2"/>
          <p:cNvCxnSpPr/>
          <p:nvPr/>
        </p:nvCxnSpPr>
        <p:spPr>
          <a:xfrm>
            <a:off x="-1481092" y="6197600"/>
            <a:ext cx="14508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" name="Google Shape;26;p2"/>
          <p:cNvCxnSpPr/>
          <p:nvPr/>
        </p:nvCxnSpPr>
        <p:spPr>
          <a:xfrm>
            <a:off x="12222292" y="304800"/>
            <a:ext cx="14508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" name="Google Shape;27;p2"/>
          <p:cNvCxnSpPr/>
          <p:nvPr/>
        </p:nvCxnSpPr>
        <p:spPr>
          <a:xfrm>
            <a:off x="12222292" y="6197600"/>
            <a:ext cx="14508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" name="Google Shape;28;p2"/>
          <p:cNvCxnSpPr/>
          <p:nvPr/>
        </p:nvCxnSpPr>
        <p:spPr>
          <a:xfrm>
            <a:off x="7112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" name="Google Shape;29;p2"/>
          <p:cNvCxnSpPr/>
          <p:nvPr/>
        </p:nvCxnSpPr>
        <p:spPr>
          <a:xfrm>
            <a:off x="23368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0" name="Google Shape;30;p2"/>
          <p:cNvCxnSpPr/>
          <p:nvPr/>
        </p:nvCxnSpPr>
        <p:spPr>
          <a:xfrm>
            <a:off x="25400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" name="Google Shape;31;p2"/>
          <p:cNvCxnSpPr/>
          <p:nvPr/>
        </p:nvCxnSpPr>
        <p:spPr>
          <a:xfrm>
            <a:off x="41656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" name="Google Shape;32;p2"/>
          <p:cNvCxnSpPr/>
          <p:nvPr/>
        </p:nvCxnSpPr>
        <p:spPr>
          <a:xfrm>
            <a:off x="43688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" name="Google Shape;33;p2"/>
          <p:cNvCxnSpPr/>
          <p:nvPr/>
        </p:nvCxnSpPr>
        <p:spPr>
          <a:xfrm>
            <a:off x="59944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" name="Google Shape;34;p2"/>
          <p:cNvCxnSpPr/>
          <p:nvPr/>
        </p:nvCxnSpPr>
        <p:spPr>
          <a:xfrm>
            <a:off x="61976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" name="Google Shape;35;p2"/>
          <p:cNvCxnSpPr/>
          <p:nvPr/>
        </p:nvCxnSpPr>
        <p:spPr>
          <a:xfrm>
            <a:off x="78232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" name="Google Shape;36;p2"/>
          <p:cNvCxnSpPr/>
          <p:nvPr/>
        </p:nvCxnSpPr>
        <p:spPr>
          <a:xfrm>
            <a:off x="80264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7" name="Google Shape;37;p2"/>
          <p:cNvCxnSpPr/>
          <p:nvPr/>
        </p:nvCxnSpPr>
        <p:spPr>
          <a:xfrm>
            <a:off x="96520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" name="Google Shape;38;p2"/>
          <p:cNvCxnSpPr/>
          <p:nvPr/>
        </p:nvCxnSpPr>
        <p:spPr>
          <a:xfrm>
            <a:off x="98552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" name="Google Shape;39;p2"/>
          <p:cNvCxnSpPr/>
          <p:nvPr/>
        </p:nvCxnSpPr>
        <p:spPr>
          <a:xfrm>
            <a:off x="11480800" y="6888300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Google Shape;40;p2"/>
          <p:cNvSpPr txBox="1">
            <a:spLocks noGrp="1"/>
          </p:cNvSpPr>
          <p:nvPr>
            <p:ph type="sldNum" idx="12"/>
          </p:nvPr>
        </p:nvSpPr>
        <p:spPr>
          <a:xfrm>
            <a:off x="10741600" y="6400800"/>
            <a:ext cx="731600" cy="45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933" b="1"/>
            </a:lvl1pPr>
            <a:lvl2pPr lvl="1" algn="r" rtl="0">
              <a:buNone/>
              <a:defRPr sz="933" b="1"/>
            </a:lvl2pPr>
            <a:lvl3pPr lvl="2" algn="r" rtl="0">
              <a:buNone/>
              <a:defRPr sz="933" b="1"/>
            </a:lvl3pPr>
            <a:lvl4pPr lvl="3" algn="r" rtl="0">
              <a:buNone/>
              <a:defRPr sz="933" b="1"/>
            </a:lvl4pPr>
            <a:lvl5pPr lvl="4" algn="r" rtl="0">
              <a:buNone/>
              <a:defRPr sz="933" b="1"/>
            </a:lvl5pPr>
            <a:lvl6pPr lvl="5" algn="r" rtl="0">
              <a:buNone/>
              <a:defRPr sz="933" b="1"/>
            </a:lvl6pPr>
            <a:lvl7pPr lvl="6" algn="r" rtl="0">
              <a:buNone/>
              <a:defRPr sz="933" b="1"/>
            </a:lvl7pPr>
            <a:lvl8pPr lvl="7" algn="r" rtl="0">
              <a:buNone/>
              <a:defRPr sz="933" b="1"/>
            </a:lvl8pPr>
            <a:lvl9pPr lvl="8" algn="r" rtl="0">
              <a:buNone/>
              <a:defRPr sz="933" b="1"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1" name="Google Shape;41;p2"/>
          <p:cNvSpPr txBox="1"/>
          <p:nvPr/>
        </p:nvSpPr>
        <p:spPr>
          <a:xfrm>
            <a:off x="1321033" y="6410301"/>
            <a:ext cx="34544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A8A8A8"/>
                </a:solidFill>
              </a:rPr>
              <a:t>© confidential 2021 – frog part of Capgemini Invent</a:t>
            </a:r>
            <a:endParaRPr sz="933">
              <a:solidFill>
                <a:srgbClr val="A8A8A8"/>
              </a:solidFill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711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" name="Google Shape;43;p2"/>
          <p:cNvCxnSpPr/>
          <p:nvPr/>
        </p:nvCxnSpPr>
        <p:spPr>
          <a:xfrm>
            <a:off x="2336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4" name="Google Shape;44;p2"/>
          <p:cNvCxnSpPr/>
          <p:nvPr/>
        </p:nvCxnSpPr>
        <p:spPr>
          <a:xfrm>
            <a:off x="25400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Google Shape;45;p2"/>
          <p:cNvCxnSpPr/>
          <p:nvPr/>
        </p:nvCxnSpPr>
        <p:spPr>
          <a:xfrm>
            <a:off x="41656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Google Shape;46;p2"/>
          <p:cNvCxnSpPr/>
          <p:nvPr/>
        </p:nvCxnSpPr>
        <p:spPr>
          <a:xfrm>
            <a:off x="4368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7" name="Google Shape;47;p2"/>
          <p:cNvCxnSpPr/>
          <p:nvPr/>
        </p:nvCxnSpPr>
        <p:spPr>
          <a:xfrm>
            <a:off x="59944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61976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9" name="Google Shape;49;p2"/>
          <p:cNvCxnSpPr/>
          <p:nvPr/>
        </p:nvCxnSpPr>
        <p:spPr>
          <a:xfrm>
            <a:off x="7823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" name="Google Shape;50;p2"/>
          <p:cNvCxnSpPr/>
          <p:nvPr/>
        </p:nvCxnSpPr>
        <p:spPr>
          <a:xfrm>
            <a:off x="80264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" name="Google Shape;51;p2"/>
          <p:cNvCxnSpPr/>
          <p:nvPr/>
        </p:nvCxnSpPr>
        <p:spPr>
          <a:xfrm>
            <a:off x="96520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2" name="Google Shape;52;p2"/>
          <p:cNvCxnSpPr/>
          <p:nvPr/>
        </p:nvCxnSpPr>
        <p:spPr>
          <a:xfrm>
            <a:off x="98552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" name="Google Shape;53;p2"/>
          <p:cNvCxnSpPr/>
          <p:nvPr/>
        </p:nvCxnSpPr>
        <p:spPr>
          <a:xfrm>
            <a:off x="11480800" y="-1054292"/>
            <a:ext cx="0" cy="10240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4" name="Google Shape;54;p2"/>
          <p:cNvSpPr txBox="1"/>
          <p:nvPr/>
        </p:nvSpPr>
        <p:spPr>
          <a:xfrm>
            <a:off x="12294333" y="406400"/>
            <a:ext cx="1618000" cy="35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7 pt Arial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9 pt Arial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14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24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36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60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96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128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192 pt Georgia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Chapters: I, II, III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Sections: A, B, C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Steps: 1, 2, 3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Substeps: a, b, c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Enumeration: – (not -)</a:t>
            </a:r>
            <a:endParaRPr sz="933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613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chemeClr val="accent1"/>
          </p15:clr>
        </p15:guide>
        <p15:guide id="2" pos="1104">
          <p15:clr>
            <a:schemeClr val="accent1"/>
          </p15:clr>
        </p15:guide>
        <p15:guide id="3" pos="1200">
          <p15:clr>
            <a:schemeClr val="accent1"/>
          </p15:clr>
        </p15:guide>
        <p15:guide id="4" pos="1968">
          <p15:clr>
            <a:schemeClr val="accent1"/>
          </p15:clr>
        </p15:guide>
        <p15:guide id="5" pos="2064">
          <p15:clr>
            <a:schemeClr val="accent1"/>
          </p15:clr>
        </p15:guide>
        <p15:guide id="6" pos="2832">
          <p15:clr>
            <a:schemeClr val="accent1"/>
          </p15:clr>
        </p15:guide>
        <p15:guide id="7" pos="2928">
          <p15:clr>
            <a:schemeClr val="accent1"/>
          </p15:clr>
        </p15:guide>
        <p15:guide id="8" pos="3696">
          <p15:clr>
            <a:schemeClr val="accent1"/>
          </p15:clr>
        </p15:guide>
        <p15:guide id="9" pos="3792">
          <p15:clr>
            <a:schemeClr val="accent1"/>
          </p15:clr>
        </p15:guide>
        <p15:guide id="10" pos="4560">
          <p15:clr>
            <a:schemeClr val="accent1"/>
          </p15:clr>
        </p15:guide>
        <p15:guide id="11" pos="4656">
          <p15:clr>
            <a:schemeClr val="accent1"/>
          </p15:clr>
        </p15:guide>
        <p15:guide id="12" pos="5424">
          <p15:clr>
            <a:schemeClr val="accent1"/>
          </p15:clr>
        </p15:guide>
        <p15:guide id="13" orient="horz" pos="240">
          <p15:clr>
            <a:srgbClr val="D9D9D9"/>
          </p15:clr>
        </p15:guide>
        <p15:guide id="14" orient="horz" pos="2928">
          <p15:clr>
            <a:schemeClr val="accent1"/>
          </p15:clr>
        </p15:guide>
        <p15:guide id="15" orient="horz" pos="144">
          <p15:clr>
            <a:schemeClr val="accent1"/>
          </p15:clr>
        </p15:guide>
        <p15:guide id="16" orient="horz" pos="48">
          <p15:clr>
            <a:srgbClr val="D9D9D9"/>
          </p15:clr>
        </p15:guide>
        <p15:guide id="17" orient="horz" pos="336">
          <p15:clr>
            <a:srgbClr val="D9D9D9"/>
          </p15:clr>
        </p15:guide>
        <p15:guide id="18" orient="horz" pos="432">
          <p15:clr>
            <a:srgbClr val="D9D9D9"/>
          </p15:clr>
        </p15:guide>
        <p15:guide id="19" orient="horz" pos="528">
          <p15:clr>
            <a:srgbClr val="D9D9D9"/>
          </p15:clr>
        </p15:guide>
        <p15:guide id="20" orient="horz" pos="624">
          <p15:clr>
            <a:srgbClr val="D9D9D9"/>
          </p15:clr>
        </p15:guide>
        <p15:guide id="21" orient="horz" pos="720">
          <p15:clr>
            <a:srgbClr val="D9D9D9"/>
          </p15:clr>
        </p15:guide>
        <p15:guide id="22" orient="horz" pos="816">
          <p15:clr>
            <a:srgbClr val="D9D9D9"/>
          </p15:clr>
        </p15:guide>
        <p15:guide id="23" orient="horz" pos="912">
          <p15:clr>
            <a:srgbClr val="D9D9D9"/>
          </p15:clr>
        </p15:guide>
        <p15:guide id="24" orient="horz" pos="1008">
          <p15:clr>
            <a:srgbClr val="D9D9D9"/>
          </p15:clr>
        </p15:guide>
        <p15:guide id="25" orient="horz" pos="1104">
          <p15:clr>
            <a:srgbClr val="D9D9D9"/>
          </p15:clr>
        </p15:guide>
        <p15:guide id="26" orient="horz" pos="1200">
          <p15:clr>
            <a:srgbClr val="D9D9D9"/>
          </p15:clr>
        </p15:guide>
        <p15:guide id="27" orient="horz" pos="1296">
          <p15:clr>
            <a:srgbClr val="D9D9D9"/>
          </p15:clr>
        </p15:guide>
        <p15:guide id="28" orient="horz" pos="1392">
          <p15:clr>
            <a:srgbClr val="D9D9D9"/>
          </p15:clr>
        </p15:guide>
        <p15:guide id="29" orient="horz" pos="1488">
          <p15:clr>
            <a:srgbClr val="D9D9D9"/>
          </p15:clr>
        </p15:guide>
        <p15:guide id="30" orient="horz" pos="1584">
          <p15:clr>
            <a:srgbClr val="D9D9D9"/>
          </p15:clr>
        </p15:guide>
        <p15:guide id="31" orient="horz" pos="1680">
          <p15:clr>
            <a:srgbClr val="D9D9D9"/>
          </p15:clr>
        </p15:guide>
        <p15:guide id="32" orient="horz" pos="1776">
          <p15:clr>
            <a:srgbClr val="D9D9D9"/>
          </p15:clr>
        </p15:guide>
        <p15:guide id="33" orient="horz" pos="1872">
          <p15:clr>
            <a:srgbClr val="D9D9D9"/>
          </p15:clr>
        </p15:guide>
        <p15:guide id="34" orient="horz" pos="1968">
          <p15:clr>
            <a:srgbClr val="D9D9D9"/>
          </p15:clr>
        </p15:guide>
        <p15:guide id="35" orient="horz" pos="2064">
          <p15:clr>
            <a:srgbClr val="D9D9D9"/>
          </p15:clr>
        </p15:guide>
        <p15:guide id="36" orient="horz" pos="2160">
          <p15:clr>
            <a:srgbClr val="D9D9D9"/>
          </p15:clr>
        </p15:guide>
        <p15:guide id="37" orient="horz" pos="2256">
          <p15:clr>
            <a:srgbClr val="D9D9D9"/>
          </p15:clr>
        </p15:guide>
        <p15:guide id="38" orient="horz" pos="2352">
          <p15:clr>
            <a:srgbClr val="D9D9D9"/>
          </p15:clr>
        </p15:guide>
        <p15:guide id="39" orient="horz" pos="2448">
          <p15:clr>
            <a:srgbClr val="D9D9D9"/>
          </p15:clr>
        </p15:guide>
        <p15:guide id="40" orient="horz" pos="2544">
          <p15:clr>
            <a:srgbClr val="D9D9D9"/>
          </p15:clr>
        </p15:guide>
        <p15:guide id="41" orient="horz" pos="2640">
          <p15:clr>
            <a:srgbClr val="D9D9D9"/>
          </p15:clr>
        </p15:guide>
        <p15:guide id="42" orient="horz" pos="2736">
          <p15:clr>
            <a:srgbClr val="D9D9D9"/>
          </p15:clr>
        </p15:guide>
        <p15:guide id="43" orient="horz" pos="2832">
          <p15:clr>
            <a:srgbClr val="D9D9D9"/>
          </p15:clr>
        </p15:guide>
        <p15:guide id="44" orient="horz" pos="3024">
          <p15:clr>
            <a:srgbClr val="D9D9D9"/>
          </p15:clr>
        </p15:guide>
        <p15:guide id="45" orient="horz" pos="3120">
          <p15:clr>
            <a:srgbClr val="D9D9D9"/>
          </p15:clr>
        </p15:guide>
        <p15:guide id="46" orient="horz" pos="3216">
          <p15:clr>
            <a:srgbClr val="D9D9D9"/>
          </p15:clr>
        </p15:guide>
        <p15:guide id="47" pos="48">
          <p15:clr>
            <a:srgbClr val="D9D9D9"/>
          </p15:clr>
        </p15:guide>
        <p15:guide id="48" pos="144">
          <p15:clr>
            <a:srgbClr val="D9D9D9"/>
          </p15:clr>
        </p15:guide>
        <p15:guide id="49" pos="240">
          <p15:clr>
            <a:srgbClr val="D9D9D9"/>
          </p15:clr>
        </p15:guide>
        <p15:guide id="50" pos="432">
          <p15:clr>
            <a:srgbClr val="D9D9D9"/>
          </p15:clr>
        </p15:guide>
        <p15:guide id="51" pos="528">
          <p15:clr>
            <a:srgbClr val="D9D9D9"/>
          </p15:clr>
        </p15:guide>
        <p15:guide id="52" pos="624">
          <p15:clr>
            <a:srgbClr val="D9D9D9"/>
          </p15:clr>
        </p15:guide>
        <p15:guide id="53" pos="720">
          <p15:clr>
            <a:srgbClr val="D9D9D9"/>
          </p15:clr>
        </p15:guide>
        <p15:guide id="54" pos="816">
          <p15:clr>
            <a:srgbClr val="D9D9D9"/>
          </p15:clr>
        </p15:guide>
        <p15:guide id="55" pos="912">
          <p15:clr>
            <a:srgbClr val="D9D9D9"/>
          </p15:clr>
        </p15:guide>
        <p15:guide id="56" pos="1008">
          <p15:clr>
            <a:srgbClr val="D9D9D9"/>
          </p15:clr>
        </p15:guide>
        <p15:guide id="57" pos="1296">
          <p15:clr>
            <a:srgbClr val="D9D9D9"/>
          </p15:clr>
        </p15:guide>
        <p15:guide id="58" pos="1392">
          <p15:clr>
            <a:srgbClr val="D9D9D9"/>
          </p15:clr>
        </p15:guide>
        <p15:guide id="59" pos="1488">
          <p15:clr>
            <a:srgbClr val="D9D9D9"/>
          </p15:clr>
        </p15:guide>
        <p15:guide id="60" pos="1584">
          <p15:clr>
            <a:srgbClr val="D9D9D9"/>
          </p15:clr>
        </p15:guide>
        <p15:guide id="61" pos="1680">
          <p15:clr>
            <a:srgbClr val="D9D9D9"/>
          </p15:clr>
        </p15:guide>
        <p15:guide id="62" pos="1776">
          <p15:clr>
            <a:srgbClr val="D9D9D9"/>
          </p15:clr>
        </p15:guide>
        <p15:guide id="63" pos="1872">
          <p15:clr>
            <a:srgbClr val="D9D9D9"/>
          </p15:clr>
        </p15:guide>
        <p15:guide id="64" pos="2160">
          <p15:clr>
            <a:srgbClr val="D9D9D9"/>
          </p15:clr>
        </p15:guide>
        <p15:guide id="65" pos="2256">
          <p15:clr>
            <a:srgbClr val="D9D9D9"/>
          </p15:clr>
        </p15:guide>
        <p15:guide id="66" pos="2352">
          <p15:clr>
            <a:srgbClr val="D9D9D9"/>
          </p15:clr>
        </p15:guide>
        <p15:guide id="67" pos="2448">
          <p15:clr>
            <a:srgbClr val="D9D9D9"/>
          </p15:clr>
        </p15:guide>
        <p15:guide id="68" pos="2544">
          <p15:clr>
            <a:srgbClr val="D9D9D9"/>
          </p15:clr>
        </p15:guide>
        <p15:guide id="69" pos="2640">
          <p15:clr>
            <a:srgbClr val="D9D9D9"/>
          </p15:clr>
        </p15:guide>
        <p15:guide id="70" pos="2736">
          <p15:clr>
            <a:srgbClr val="D9D9D9"/>
          </p15:clr>
        </p15:guide>
        <p15:guide id="71" pos="3024">
          <p15:clr>
            <a:srgbClr val="D9D9D9"/>
          </p15:clr>
        </p15:guide>
        <p15:guide id="72" pos="3120">
          <p15:clr>
            <a:srgbClr val="D9D9D9"/>
          </p15:clr>
        </p15:guide>
        <p15:guide id="73" pos="3216">
          <p15:clr>
            <a:srgbClr val="D9D9D9"/>
          </p15:clr>
        </p15:guide>
        <p15:guide id="74" pos="3312">
          <p15:clr>
            <a:srgbClr val="D9D9D9"/>
          </p15:clr>
        </p15:guide>
        <p15:guide id="75" pos="3408">
          <p15:clr>
            <a:srgbClr val="D9D9D9"/>
          </p15:clr>
        </p15:guide>
        <p15:guide id="76" pos="3504">
          <p15:clr>
            <a:srgbClr val="D9D9D9"/>
          </p15:clr>
        </p15:guide>
        <p15:guide id="77" pos="3600">
          <p15:clr>
            <a:srgbClr val="D9D9D9"/>
          </p15:clr>
        </p15:guide>
        <p15:guide id="78" pos="3888">
          <p15:clr>
            <a:srgbClr val="D9D9D9"/>
          </p15:clr>
        </p15:guide>
        <p15:guide id="79" pos="3984">
          <p15:clr>
            <a:srgbClr val="D9D9D9"/>
          </p15:clr>
        </p15:guide>
        <p15:guide id="80" pos="4080">
          <p15:clr>
            <a:srgbClr val="D9D9D9"/>
          </p15:clr>
        </p15:guide>
        <p15:guide id="81" pos="4176">
          <p15:clr>
            <a:srgbClr val="D9D9D9"/>
          </p15:clr>
        </p15:guide>
        <p15:guide id="82" pos="4272">
          <p15:clr>
            <a:srgbClr val="D9D9D9"/>
          </p15:clr>
        </p15:guide>
        <p15:guide id="83" pos="4368">
          <p15:clr>
            <a:srgbClr val="D9D9D9"/>
          </p15:clr>
        </p15:guide>
        <p15:guide id="84" pos="4464">
          <p15:clr>
            <a:srgbClr val="D9D9D9"/>
          </p15:clr>
        </p15:guide>
        <p15:guide id="85" pos="4752">
          <p15:clr>
            <a:srgbClr val="D9D9D9"/>
          </p15:clr>
        </p15:guide>
        <p15:guide id="86" pos="4848">
          <p15:clr>
            <a:srgbClr val="D9D9D9"/>
          </p15:clr>
        </p15:guide>
        <p15:guide id="87" pos="4944">
          <p15:clr>
            <a:srgbClr val="D9D9D9"/>
          </p15:clr>
        </p15:guide>
        <p15:guide id="88" pos="5040">
          <p15:clr>
            <a:srgbClr val="D9D9D9"/>
          </p15:clr>
        </p15:guide>
        <p15:guide id="89" pos="5136">
          <p15:clr>
            <a:srgbClr val="D9D9D9"/>
          </p15:clr>
        </p15:guide>
        <p15:guide id="90" pos="5232">
          <p15:clr>
            <a:srgbClr val="D9D9D9"/>
          </p15:clr>
        </p15:guide>
        <p15:guide id="91" pos="5328">
          <p15:clr>
            <a:srgbClr val="D9D9D9"/>
          </p15:clr>
        </p15:guide>
        <p15:guide id="92" pos="5520">
          <p15:clr>
            <a:srgbClr val="D9D9D9"/>
          </p15:clr>
        </p15:guide>
        <p15:guide id="93" pos="5616">
          <p15:clr>
            <a:srgbClr val="D9D9D9"/>
          </p15:clr>
        </p15:guide>
        <p15:guide id="94" pos="5712">
          <p15:clr>
            <a:srgbClr val="D9D9D9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9862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09660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43271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28A52817-9434-4248-A9F0-5409D58D80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67755" y="2346961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48CC145B-9158-4C89-BDE8-D80C6BEAD3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76437" y="2346961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18240BEE-6B48-4E46-8571-243D0874F8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90199" y="2346961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891A3D34-F938-43C2-B3E0-F6637FB470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67755" y="364375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8AA6258D-C0D6-4D37-B7E6-AF882A75F99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76437" y="364375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2" name="Picture Placeholder 10">
            <a:extLst>
              <a:ext uri="{FF2B5EF4-FFF2-40B4-BE49-F238E27FC236}">
                <a16:creationId xmlns:a16="http://schemas.microsoft.com/office/drawing/2014/main" id="{C05DB888-4CC2-422E-A90D-0F5961F5247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0199" y="364375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91B0F4F4-8EDC-454F-99C3-EFA4EFF066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367755" y="499501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 rtl="0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4" name="Picture Placeholder 10">
            <a:extLst>
              <a:ext uri="{FF2B5EF4-FFF2-40B4-BE49-F238E27FC236}">
                <a16:creationId xmlns:a16="http://schemas.microsoft.com/office/drawing/2014/main" id="{5F25E1E5-622D-44E9-9FD1-48BBA5FC38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76437" y="499501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 rtl="0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FF0CB30F-6742-4E8E-9918-FF5A545074A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90199" y="4995010"/>
            <a:ext cx="872827" cy="871943"/>
          </a:xfrm>
          <a:prstGeom prst="ellipse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 rtl="0">
              <a:buNone/>
              <a:defRPr sz="600"/>
            </a:lvl1pPr>
          </a:lstStyle>
          <a:p>
            <a:r>
              <a:rPr lang="fr-FR"/>
              <a:t>Picture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52304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+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DC9F93AD-7998-42DD-99BC-1AE48B9198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6531" y="348345"/>
            <a:ext cx="4992000" cy="245427"/>
          </a:xfrm>
          <a:prstGeom prst="roundRect">
            <a:avLst/>
          </a:prstGeom>
          <a:solidFill>
            <a:schemeClr val="tx2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>
              <a:buFontTx/>
              <a:buNone/>
              <a:defRPr sz="1199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590227-E841-444C-88CC-68490AC2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20418" y="1795403"/>
            <a:ext cx="8704565" cy="4173928"/>
          </a:xfrm>
        </p:spPr>
        <p:txBody>
          <a:bodyPr/>
          <a:lstStyle>
            <a:lvl1pPr marL="237021" indent="-237021">
              <a:buClr>
                <a:schemeClr val="accent3"/>
              </a:buClr>
              <a:buSzPct val="105000"/>
              <a:buFont typeface="Wingdings 3" panose="05040102010807070707" pitchFamily="18" charset="2"/>
              <a:buChar char="}"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82FD90-394C-48CA-AD69-84979F70E9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1100416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6531" y="348345"/>
            <a:ext cx="4992000" cy="245427"/>
          </a:xfrm>
          <a:prstGeom prst="roundRect">
            <a:avLst/>
          </a:prstGeom>
          <a:solidFill>
            <a:schemeClr val="tx2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>
              <a:buFontTx/>
              <a:buNone/>
              <a:defRPr sz="1199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1793527-6271-4427-9904-148FCD8F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19ABBFF-B702-4077-89C1-47B6AFA6C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5204688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C5D1A8-6A3C-AD43-A597-D7A0A3F19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5446" y="2241360"/>
            <a:ext cx="6959689" cy="624432"/>
          </a:xfrm>
        </p:spPr>
        <p:txBody>
          <a:bodyPr lIns="0" tIns="0" rIns="0" bIns="0" anchor="b" anchorCtr="0">
            <a:noAutofit/>
          </a:bodyPr>
          <a:lstStyle>
            <a:lvl1pPr algn="l" defTabSz="479988">
              <a:lnSpc>
                <a:spcPct val="85000"/>
              </a:lnSpc>
              <a:tabLst/>
              <a:defRPr sz="4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3A330B6-FE67-7843-BD4F-D4F6F83613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6827" y="2865793"/>
            <a:ext cx="8038309" cy="469132"/>
          </a:xfrm>
        </p:spPr>
        <p:txBody>
          <a:bodyPr lIns="0" tIns="0" rIns="0" bIns="0" anchor="t">
            <a:noAutofit/>
          </a:bodyPr>
          <a:lstStyle>
            <a:lvl1pPr marL="0" indent="0" algn="r" defTabSz="479988">
              <a:lnSpc>
                <a:spcPct val="85000"/>
              </a:lnSpc>
              <a:spcAft>
                <a:spcPts val="0"/>
              </a:spcAft>
              <a:buNone/>
              <a:tabLst/>
              <a:defRPr sz="4000" b="1" i="0" cap="all" baseline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>
                <a:solidFill>
                  <a:srgbClr val="006A4E"/>
                </a:solidFill>
              </a:rPr>
              <a:t> MODIFIEZ LE TITRE</a:t>
            </a:r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78CE4DC6-21D3-A54C-9775-8B4261795CC5}"/>
              </a:ext>
            </a:extLst>
          </p:cNvPr>
          <p:cNvSpPr/>
          <p:nvPr userDrawn="1"/>
        </p:nvSpPr>
        <p:spPr>
          <a:xfrm>
            <a:off x="8768847" y="2"/>
            <a:ext cx="2532789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solidFill>
                <a:srgbClr val="00899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5FC095-0780-A749-A9FD-F489379E7040}"/>
              </a:ext>
            </a:extLst>
          </p:cNvPr>
          <p:cNvSpPr>
            <a:spLocks noChangeAspect="1"/>
          </p:cNvSpPr>
          <p:nvPr userDrawn="1"/>
        </p:nvSpPr>
        <p:spPr>
          <a:xfrm>
            <a:off x="10239110" y="603653"/>
            <a:ext cx="1422033" cy="1401412"/>
          </a:xfrm>
          <a:prstGeom prst="ellipse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15DA2-437F-1D4B-B2D8-9F736D826C43}"/>
              </a:ext>
            </a:extLst>
          </p:cNvPr>
          <p:cNvSpPr/>
          <p:nvPr userDrawn="1"/>
        </p:nvSpPr>
        <p:spPr>
          <a:xfrm>
            <a:off x="1120079" y="1209288"/>
            <a:ext cx="1120077" cy="25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7482032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489" y="248835"/>
            <a:ext cx="10515600" cy="301557"/>
          </a:xfrm>
          <a:noFill/>
        </p:spPr>
        <p:txBody>
          <a:bodyPr wrap="square" lIns="0" tIns="0" rIns="0" bIns="0" rtlCol="0" anchor="b">
            <a:spAutoFit/>
          </a:bodyPr>
          <a:lstStyle>
            <a:lvl1pPr>
              <a:defRPr lang="en-US"/>
            </a:lvl1pPr>
          </a:lstStyle>
          <a:p>
            <a:pPr marL="0" lvl="0" defTabSz="914400">
              <a:lnSpc>
                <a:spcPct val="120000"/>
              </a:lnSpc>
              <a:spcBef>
                <a:spcPts val="0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C9C813A-1E40-3A0C-4B6C-5924CD72C36A}"/>
              </a:ext>
            </a:extLst>
          </p:cNvPr>
          <p:cNvSpPr/>
          <p:nvPr userDrawn="1"/>
        </p:nvSpPr>
        <p:spPr>
          <a:xfrm>
            <a:off x="159480" y="6406714"/>
            <a:ext cx="346283" cy="3462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321F3DA-1C98-1C7D-CAC4-287164F51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491" y="6397293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5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image" Target="../media/image15.jpe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image" Target="../media/image15.jpe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5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B9B145E-5C01-6341-8CE6-D063941626E5}"/>
              </a:ext>
            </a:extLst>
          </p:cNvPr>
          <p:cNvPicPr>
            <a:picLocks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37616"/>
            <a:ext cx="12192000" cy="35560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367628-B9FA-40AF-AF83-9D82E832B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8605" y="6403137"/>
            <a:ext cx="4148233" cy="22273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67" b="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CVSA du 16/11/2023    Reboots – PMV2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D614112-2578-A341-80DF-9AFC199746E3}"/>
              </a:ext>
            </a:extLst>
          </p:cNvPr>
          <p:cNvSpPr/>
          <p:nvPr userDrawn="1"/>
        </p:nvSpPr>
        <p:spPr>
          <a:xfrm>
            <a:off x="5922857" y="5969712"/>
            <a:ext cx="346283" cy="3462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807868" y="5960291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F353D9-E3F8-4940-A62D-71294E16556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0641" y="6282481"/>
            <a:ext cx="2155596" cy="4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733" b="1" i="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30394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78355" indent="-234945" algn="l" defTabSz="914377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+mn-lt"/>
          <a:ea typeface="+mn-ea"/>
          <a:cs typeface="+mn-cs"/>
        </a:defRPr>
      </a:lvl4pPr>
      <a:lvl5pPr marL="721766" indent="-243411" algn="l" defTabSz="914377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18605" y="232127"/>
            <a:ext cx="10729681" cy="76189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4491" y="6397293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9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hf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733" b="1" i="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30394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78355" indent="-234945" algn="l" defTabSz="914377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+mn-lt"/>
          <a:ea typeface="+mn-ea"/>
          <a:cs typeface="+mn-cs"/>
        </a:defRPr>
      </a:lvl4pPr>
      <a:lvl5pPr marL="721766" indent="-243411" algn="l" defTabSz="914377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18606" y="676003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6" y="1825628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B9B145E-5C01-6341-8CE6-D063941626E5}"/>
              </a:ext>
            </a:extLst>
          </p:cNvPr>
          <p:cNvPicPr>
            <a:picLocks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7616"/>
            <a:ext cx="12192000" cy="35560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367628-B9FA-40AF-AF83-9D82E832B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8606" y="6403138"/>
            <a:ext cx="4148233" cy="22273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67" b="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Plénière Digital Factory 30/03/2021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D614112-2578-A341-80DF-9AFC199746E3}"/>
              </a:ext>
            </a:extLst>
          </p:cNvPr>
          <p:cNvSpPr/>
          <p:nvPr userDrawn="1"/>
        </p:nvSpPr>
        <p:spPr>
          <a:xfrm>
            <a:off x="5922857" y="5969713"/>
            <a:ext cx="346283" cy="3462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807868" y="5960292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F353D9-E3F8-4940-A62D-71294E16556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42" y="6282482"/>
            <a:ext cx="2155596" cy="4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45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hdr="0" dt="0"/>
  <p:txStyles>
    <p:titleStyle>
      <a:lvl1pPr algn="l" defTabSz="914354" rtl="0" eaLnBrk="1" latinLnBrk="0" hangingPunct="1">
        <a:lnSpc>
          <a:spcPct val="85000"/>
        </a:lnSpc>
        <a:spcBef>
          <a:spcPct val="0"/>
        </a:spcBef>
        <a:buNone/>
        <a:defRPr sz="2667" b="1" i="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5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30389" indent="-230389" algn="l" defTabSz="914354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78343" indent="-234939" algn="l" defTabSz="914354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+mn-lt"/>
          <a:ea typeface="+mn-ea"/>
          <a:cs typeface="+mn-cs"/>
        </a:defRPr>
      </a:lvl4pPr>
      <a:lvl5pPr marL="721749" indent="-243405" algn="l" defTabSz="914354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18605" y="676002"/>
            <a:ext cx="10729681" cy="84331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367628-B9FA-40AF-AF83-9D82E832B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8605" y="6403137"/>
            <a:ext cx="4148233" cy="22273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67" b="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CVSA du __/__/202_    &lt;Nom du projet&gt;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F353D9-E3F8-4940-A62D-71294E16556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41" y="6282481"/>
            <a:ext cx="2155596" cy="4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733" b="1" i="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30394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78355" indent="-234945" algn="l" defTabSz="914377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+mn-lt"/>
          <a:ea typeface="+mn-ea"/>
          <a:cs typeface="+mn-cs"/>
        </a:defRPr>
      </a:lvl4pPr>
      <a:lvl5pPr marL="721766" indent="-243411" algn="l" defTabSz="914377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18606" y="232129"/>
            <a:ext cx="10729681" cy="761895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6" y="1825628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D614112-2578-A341-80DF-9AFC199746E3}"/>
              </a:ext>
            </a:extLst>
          </p:cNvPr>
          <p:cNvSpPr/>
          <p:nvPr userDrawn="1"/>
        </p:nvSpPr>
        <p:spPr>
          <a:xfrm>
            <a:off x="159480" y="6406715"/>
            <a:ext cx="346283" cy="3462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4491" y="6397294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D016E761-08C0-4959-A9AE-9AB8732B8C3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42" y="6282482"/>
            <a:ext cx="2155596" cy="4640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07A29F-AB24-0DE5-A4FF-E65F5BD91A1C}"/>
              </a:ext>
            </a:extLst>
          </p:cNvPr>
          <p:cNvSpPr/>
          <p:nvPr userDrawn="1"/>
        </p:nvSpPr>
        <p:spPr>
          <a:xfrm>
            <a:off x="10272485" y="1"/>
            <a:ext cx="1919515" cy="2726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 de travail</a:t>
            </a:r>
          </a:p>
        </p:txBody>
      </p:sp>
    </p:spTree>
    <p:extLst>
      <p:ext uri="{BB962C8B-B14F-4D97-AF65-F5344CB8AC3E}">
        <p14:creationId xmlns:p14="http://schemas.microsoft.com/office/powerpoint/2010/main" val="15360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hf hdr="0" ftr="0" dt="0"/>
  <p:txStyles>
    <p:titleStyle>
      <a:lvl1pPr algn="l" defTabSz="914354" rtl="0" eaLnBrk="1" latinLnBrk="0" hangingPunct="1">
        <a:lnSpc>
          <a:spcPct val="85000"/>
        </a:lnSpc>
        <a:spcBef>
          <a:spcPct val="0"/>
        </a:spcBef>
        <a:buNone/>
        <a:defRPr sz="3733" b="1" i="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5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30389" indent="-230389" algn="l" defTabSz="914354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78343" indent="-234939" algn="l" defTabSz="914354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+mn-lt"/>
          <a:ea typeface="+mn-ea"/>
          <a:cs typeface="+mn-cs"/>
        </a:defRPr>
      </a:lvl4pPr>
      <a:lvl5pPr marL="721749" indent="-243405" algn="l" defTabSz="914354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18489" y="248835"/>
            <a:ext cx="10729681" cy="30155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18605" y="1825626"/>
            <a:ext cx="10729681" cy="400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D614112-2578-A341-80DF-9AFC199746E3}"/>
              </a:ext>
            </a:extLst>
          </p:cNvPr>
          <p:cNvSpPr/>
          <p:nvPr userDrawn="1"/>
        </p:nvSpPr>
        <p:spPr>
          <a:xfrm>
            <a:off x="159480" y="6406714"/>
            <a:ext cx="346283" cy="3462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4491" y="6397293"/>
            <a:ext cx="576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</a:defRPr>
            </a:lvl1pPr>
          </a:lstStyle>
          <a:p>
            <a:fld id="{F0D01662-DE55-4BD0-BAA3-5B2B2960751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D016E761-08C0-4959-A9AE-9AB8732B8C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41" y="6282481"/>
            <a:ext cx="2155596" cy="4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hf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kumimoji="0" lang="fr-FR" sz="1800" b="0" i="0" u="none" strike="noStrike" kern="1200" cap="none" spc="100" normalizeH="0" baseline="0">
          <a:ln>
            <a:noFill/>
          </a:ln>
          <a:solidFill>
            <a:srgbClr val="7E93A7"/>
          </a:solidFill>
          <a:effectLst/>
          <a:uLnTx/>
          <a:uFillTx/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67" kern="120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kern="120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230394" indent="-23039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3"/>
        </a:buClr>
        <a:buFont typeface="Wingdings 3" panose="05040102010807070707" pitchFamily="18" charset="2"/>
        <a:buChar char="}"/>
        <a:defRPr sz="1600" kern="120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478355" indent="-234945" algn="l" defTabSz="914377" rtl="0" eaLnBrk="1" latinLnBrk="0" hangingPunct="1">
        <a:lnSpc>
          <a:spcPct val="100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67" kern="120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721766" indent="-243411" algn="l" defTabSz="914377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67" kern="120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2913">
          <p15:clr>
            <a:srgbClr val="F26B43"/>
          </p15:clr>
        </p15:guide>
        <p15:guide id="4" pos="204">
          <p15:clr>
            <a:srgbClr val="F26B43"/>
          </p15:clr>
        </p15:guide>
        <p15:guide id="5" pos="5443">
          <p15:clr>
            <a:srgbClr val="F26B43"/>
          </p15:clr>
        </p15:guide>
        <p15:guide id="6" pos="4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298835-88A3-44F7-B3E0-06042240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9" y="182223"/>
            <a:ext cx="11739211" cy="662603"/>
          </a:xfrm>
        </p:spPr>
        <p:txBody>
          <a:bodyPr vert="horz" lIns="47993" tIns="47993" rIns="47993" bIns="47993" rtlCol="0" anchor="t" anchorCtr="0">
            <a:noAutofit/>
          </a:bodyPr>
          <a:lstStyle/>
          <a:p>
            <a:pPr>
              <a:defRPr/>
            </a:pPr>
            <a:r>
              <a:rPr lang="fr-FR" sz="2400" i="1">
                <a:solidFill>
                  <a:srgbClr val="009597"/>
                </a:solidFill>
                <a:latin typeface="Arial"/>
              </a:rPr>
              <a:t>Définition ACTUELLE des couloirs d’environnements et leur utilisation </a:t>
            </a:r>
            <a:br>
              <a:rPr lang="fr-FR" sz="2400" i="1">
                <a:solidFill>
                  <a:srgbClr val="009597"/>
                </a:solidFill>
                <a:latin typeface="Arial"/>
              </a:rPr>
            </a:br>
            <a:endParaRPr lang="fr-FR" sz="2400" i="1">
              <a:solidFill>
                <a:srgbClr val="009597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16703-EFC0-8DF5-3B27-35B6A52D4D21}"/>
              </a:ext>
            </a:extLst>
          </p:cNvPr>
          <p:cNvSpPr txBox="1"/>
          <p:nvPr/>
        </p:nvSpPr>
        <p:spPr>
          <a:xfrm>
            <a:off x="163191" y="2011268"/>
            <a:ext cx="1902311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Hors Version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98378A-0E15-3309-C1DA-A0293E12E30A}"/>
              </a:ext>
            </a:extLst>
          </p:cNvPr>
          <p:cNvCxnSpPr>
            <a:cxnSpLocks/>
          </p:cNvCxnSpPr>
          <p:nvPr/>
        </p:nvCxnSpPr>
        <p:spPr>
          <a:xfrm>
            <a:off x="468098" y="2782924"/>
            <a:ext cx="11499784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BEA25EA-F7CD-B8CE-F08C-A40CB3009EEB}"/>
              </a:ext>
            </a:extLst>
          </p:cNvPr>
          <p:cNvSpPr txBox="1"/>
          <p:nvPr/>
        </p:nvSpPr>
        <p:spPr>
          <a:xfrm>
            <a:off x="2218611" y="1084926"/>
            <a:ext cx="124745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Développement bouchonné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C808B6-500D-555E-102B-C573048C1249}"/>
              </a:ext>
            </a:extLst>
          </p:cNvPr>
          <p:cNvSpPr/>
          <p:nvPr/>
        </p:nvSpPr>
        <p:spPr>
          <a:xfrm>
            <a:off x="2306299" y="1680524"/>
            <a:ext cx="1097280" cy="2187044"/>
          </a:xfrm>
          <a:prstGeom prst="rect">
            <a:avLst/>
          </a:prstGeom>
          <a:gradFill>
            <a:gsLst>
              <a:gs pos="0">
                <a:srgbClr val="7E93A7"/>
              </a:gs>
              <a:gs pos="100000">
                <a:srgbClr val="5CBF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DEV10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2CFC05E-0AC3-8C81-2268-F30CE665B66F}"/>
              </a:ext>
            </a:extLst>
          </p:cNvPr>
          <p:cNvSpPr/>
          <p:nvPr/>
        </p:nvSpPr>
        <p:spPr>
          <a:xfrm>
            <a:off x="3620176" y="1680524"/>
            <a:ext cx="1097280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DEV9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772D9F8-93CE-564A-8698-1F68AA52E1A8}"/>
              </a:ext>
            </a:extLst>
          </p:cNvPr>
          <p:cNvSpPr/>
          <p:nvPr/>
        </p:nvSpPr>
        <p:spPr>
          <a:xfrm>
            <a:off x="2218611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F0EBB05-5E4A-EC4C-CEFB-19520B06F522}"/>
              </a:ext>
            </a:extLst>
          </p:cNvPr>
          <p:cNvSpPr txBox="1"/>
          <p:nvPr/>
        </p:nvSpPr>
        <p:spPr>
          <a:xfrm>
            <a:off x="163191" y="3229792"/>
            <a:ext cx="1902311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Version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B031E10-F120-65F7-9F2C-41CCEEFEB748}"/>
              </a:ext>
            </a:extLst>
          </p:cNvPr>
          <p:cNvSpPr txBox="1"/>
          <p:nvPr/>
        </p:nvSpPr>
        <p:spPr>
          <a:xfrm>
            <a:off x="163191" y="4460769"/>
            <a:ext cx="190231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Maintenance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33C1DCF-757C-B3C8-CF6E-C10020E8CDBC}"/>
              </a:ext>
            </a:extLst>
          </p:cNvPr>
          <p:cNvSpPr txBox="1"/>
          <p:nvPr/>
        </p:nvSpPr>
        <p:spPr>
          <a:xfrm>
            <a:off x="3545087" y="1084926"/>
            <a:ext cx="124745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Développement intégré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1C351B7-16BE-EA2D-B962-49DAE83FAC88}"/>
              </a:ext>
            </a:extLst>
          </p:cNvPr>
          <p:cNvSpPr txBox="1"/>
          <p:nvPr/>
        </p:nvSpPr>
        <p:spPr>
          <a:xfrm>
            <a:off x="4907620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Accostage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971038-F1B4-6DA2-8B85-D70FF2E2A463}"/>
              </a:ext>
            </a:extLst>
          </p:cNvPr>
          <p:cNvSpPr txBox="1"/>
          <p:nvPr/>
        </p:nvSpPr>
        <p:spPr>
          <a:xfrm>
            <a:off x="6231356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Homologation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FD424CD-7013-6AAA-0D42-A736B8946810}"/>
              </a:ext>
            </a:extLst>
          </p:cNvPr>
          <p:cNvSpPr txBox="1"/>
          <p:nvPr/>
        </p:nvSpPr>
        <p:spPr>
          <a:xfrm>
            <a:off x="9202088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</a:t>
            </a: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REPROD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21E98C-853E-B332-2B45-60A93195C445}"/>
              </a:ext>
            </a:extLst>
          </p:cNvPr>
          <p:cNvSpPr txBox="1"/>
          <p:nvPr/>
        </p:nvSpPr>
        <p:spPr>
          <a:xfrm>
            <a:off x="10525824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PROD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4EF04327-EE28-9F2F-1046-B4E7CA4C0B87}"/>
              </a:ext>
            </a:extLst>
          </p:cNvPr>
          <p:cNvSpPr/>
          <p:nvPr/>
        </p:nvSpPr>
        <p:spPr>
          <a:xfrm>
            <a:off x="3545087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2C73A597-04CE-89F6-81C3-F994DD45FC58}"/>
              </a:ext>
            </a:extLst>
          </p:cNvPr>
          <p:cNvSpPr/>
          <p:nvPr/>
        </p:nvSpPr>
        <p:spPr>
          <a:xfrm>
            <a:off x="4907620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2F02E8D5-8A41-8CE5-31C5-1E69F9928CFB}"/>
              </a:ext>
            </a:extLst>
          </p:cNvPr>
          <p:cNvSpPr/>
          <p:nvPr/>
        </p:nvSpPr>
        <p:spPr>
          <a:xfrm>
            <a:off x="6231356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C8A9B7D3-DA6C-3685-93E0-094FF942BA94}"/>
              </a:ext>
            </a:extLst>
          </p:cNvPr>
          <p:cNvSpPr/>
          <p:nvPr/>
        </p:nvSpPr>
        <p:spPr>
          <a:xfrm>
            <a:off x="9202088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B7D951F-1620-AFDB-E667-2C1EAE8DCFE4}"/>
              </a:ext>
            </a:extLst>
          </p:cNvPr>
          <p:cNvSpPr/>
          <p:nvPr/>
        </p:nvSpPr>
        <p:spPr>
          <a:xfrm>
            <a:off x="10525824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3EC5CA2-BC5B-BE49-A06D-AF4073D37B46}"/>
              </a:ext>
            </a:extLst>
          </p:cNvPr>
          <p:cNvCxnSpPr>
            <a:cxnSpLocks/>
          </p:cNvCxnSpPr>
          <p:nvPr/>
        </p:nvCxnSpPr>
        <p:spPr>
          <a:xfrm>
            <a:off x="468098" y="3985509"/>
            <a:ext cx="11499784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9AF8C87-5D1B-4327-FCFA-15E0F19B1311}"/>
              </a:ext>
            </a:extLst>
          </p:cNvPr>
          <p:cNvSpPr/>
          <p:nvPr/>
        </p:nvSpPr>
        <p:spPr>
          <a:xfrm>
            <a:off x="3628161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QUAL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7FCF1-04B0-08E2-286A-78B3F2BE42FA}"/>
              </a:ext>
            </a:extLst>
          </p:cNvPr>
          <p:cNvSpPr/>
          <p:nvPr/>
        </p:nvSpPr>
        <p:spPr>
          <a:xfrm>
            <a:off x="3628161" y="4131845"/>
            <a:ext cx="1097280" cy="96562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DEV6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BCDD7-90FF-72D7-34A7-918246A4588E}"/>
              </a:ext>
            </a:extLst>
          </p:cNvPr>
          <p:cNvSpPr/>
          <p:nvPr/>
        </p:nvSpPr>
        <p:spPr>
          <a:xfrm>
            <a:off x="4982709" y="1680524"/>
            <a:ext cx="2409372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RI/RJ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(RHV)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E0887B-0E3E-84BF-CFD8-9DF0CF94317D}"/>
              </a:ext>
            </a:extLst>
          </p:cNvPr>
          <p:cNvSpPr/>
          <p:nvPr/>
        </p:nvSpPr>
        <p:spPr>
          <a:xfrm>
            <a:off x="4982709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RS/RU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RL/RP RT/RR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(INT)</a:t>
            </a:r>
            <a:endParaRPr kumimoji="0" lang="fr-FR" sz="1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27BE66-102B-8A86-C6F4-C02270797EA6}"/>
              </a:ext>
            </a:extLst>
          </p:cNvPr>
          <p:cNvSpPr/>
          <p:nvPr/>
        </p:nvSpPr>
        <p:spPr>
          <a:xfrm>
            <a:off x="6306445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RM/RO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(RECUT)</a:t>
            </a:r>
            <a:endParaRPr kumimoji="0" lang="fr-FR" sz="1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3A85C7-4F91-52E5-7A22-48197C60009D}"/>
              </a:ext>
            </a:extLst>
          </p:cNvPr>
          <p:cNvSpPr/>
          <p:nvPr/>
        </p:nvSpPr>
        <p:spPr>
          <a:xfrm>
            <a:off x="4982709" y="4131843"/>
            <a:ext cx="2409372" cy="96562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RF/RH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(R7P)</a:t>
            </a:r>
            <a:endParaRPr kumimoji="0" lang="fr-FR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D7CA0-2669-53F5-ED77-3E35B8A73963}"/>
              </a:ext>
            </a:extLst>
          </p:cNvPr>
          <p:cNvSpPr/>
          <p:nvPr/>
        </p:nvSpPr>
        <p:spPr>
          <a:xfrm>
            <a:off x="9277177" y="1680523"/>
            <a:ext cx="1097280" cy="3414323"/>
          </a:xfrm>
          <a:prstGeom prst="rect">
            <a:avLst/>
          </a:prstGeom>
          <a:gradFill>
            <a:gsLst>
              <a:gs pos="53000">
                <a:srgbClr val="5CBFC1"/>
              </a:gs>
              <a:gs pos="0">
                <a:srgbClr val="7E93A7"/>
              </a:gs>
              <a:gs pos="100000">
                <a:srgbClr val="E71E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PREPROD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868554-3A00-5BAA-CCA6-E45AB65900BD}"/>
              </a:ext>
            </a:extLst>
          </p:cNvPr>
          <p:cNvSpPr/>
          <p:nvPr/>
        </p:nvSpPr>
        <p:spPr>
          <a:xfrm>
            <a:off x="10600913" y="1680523"/>
            <a:ext cx="1097280" cy="3414323"/>
          </a:xfrm>
          <a:prstGeom prst="rect">
            <a:avLst/>
          </a:prstGeom>
          <a:gradFill>
            <a:gsLst>
              <a:gs pos="53000">
                <a:srgbClr val="5CBFC1"/>
              </a:gs>
              <a:gs pos="0">
                <a:srgbClr val="7E93A7"/>
              </a:gs>
              <a:gs pos="100000">
                <a:srgbClr val="E71E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8AEC4-176A-A639-16A3-CF1A21BAEDDD}"/>
              </a:ext>
            </a:extLst>
          </p:cNvPr>
          <p:cNvSpPr/>
          <p:nvPr/>
        </p:nvSpPr>
        <p:spPr>
          <a:xfrm>
            <a:off x="2307482" y="4131845"/>
            <a:ext cx="1097280" cy="965624"/>
          </a:xfrm>
          <a:prstGeom prst="rect">
            <a:avLst/>
          </a:prstGeom>
          <a:pattFill prst="dkUpDiag">
            <a:fgClr>
              <a:srgbClr val="E71E7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5754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62A155-CCE6-F024-3359-75D0948A3196}"/>
              </a:ext>
            </a:extLst>
          </p:cNvPr>
          <p:cNvSpPr/>
          <p:nvPr/>
        </p:nvSpPr>
        <p:spPr>
          <a:xfrm>
            <a:off x="83072" y="2900868"/>
            <a:ext cx="11884810" cy="965624"/>
          </a:xfrm>
          <a:prstGeom prst="roundRect">
            <a:avLst/>
          </a:prstGeom>
          <a:noFill/>
          <a:ln w="190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5BFD06-17BC-0F72-6B9F-CDAA0D2FB0F7}"/>
              </a:ext>
            </a:extLst>
          </p:cNvPr>
          <p:cNvSpPr txBox="1"/>
          <p:nvPr/>
        </p:nvSpPr>
        <p:spPr>
          <a:xfrm>
            <a:off x="83072" y="2868957"/>
            <a:ext cx="209326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E0DE16">
                    <a:lumMod val="7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prioritaire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DBA9FF-CAD8-2969-D70C-E6F27AA7E32B}"/>
              </a:ext>
            </a:extLst>
          </p:cNvPr>
          <p:cNvSpPr/>
          <p:nvPr/>
        </p:nvSpPr>
        <p:spPr>
          <a:xfrm>
            <a:off x="0" y="5608260"/>
            <a:ext cx="12192000" cy="7217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Point d’attention 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Le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couloir de Version 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reste le couloir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prioritaire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notamment au niveau des tests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 intégrés distributeurs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tout besoin d’utilisation de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RIFR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 les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projets de la Version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bloque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donc la réalisation des THR distributeurs du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couloir Hors Version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FFAA6A-D73A-6771-3EA3-1478D73D9431}"/>
              </a:ext>
            </a:extLst>
          </p:cNvPr>
          <p:cNvSpPr/>
          <p:nvPr/>
        </p:nvSpPr>
        <p:spPr>
          <a:xfrm>
            <a:off x="9277177" y="4131845"/>
            <a:ext cx="1097280" cy="965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Selon dispo</a:t>
            </a:r>
            <a:endParaRPr kumimoji="0" lang="fr-FR" sz="10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F85D14-6284-025B-6ED5-9AFCD9C6FFBA}"/>
              </a:ext>
            </a:extLst>
          </p:cNvPr>
          <p:cNvSpPr/>
          <p:nvPr/>
        </p:nvSpPr>
        <p:spPr>
          <a:xfrm>
            <a:off x="9277177" y="1680523"/>
            <a:ext cx="1097280" cy="965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Selon dispo</a:t>
            </a:r>
            <a:endParaRPr kumimoji="0" lang="fr-FR" sz="10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19AF5-4380-768F-DAA2-1CF6365E42E7}"/>
              </a:ext>
            </a:extLst>
          </p:cNvPr>
          <p:cNvSpPr/>
          <p:nvPr/>
        </p:nvSpPr>
        <p:spPr>
          <a:xfrm>
            <a:off x="8336270" y="1677836"/>
            <a:ext cx="720000" cy="360000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VMOA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D9F61-FD75-9AF3-43D5-FF4E7DE9664E}"/>
              </a:ext>
            </a:extLst>
          </p:cNvPr>
          <p:cNvSpPr/>
          <p:nvPr/>
        </p:nvSpPr>
        <p:spPr>
          <a:xfrm>
            <a:off x="8333906" y="2304000"/>
            <a:ext cx="720000" cy="360000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NEHOM</a:t>
            </a:r>
            <a:b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2CB7B15-C6EA-6023-AD40-570697D8A8C2}"/>
              </a:ext>
            </a:extLst>
          </p:cNvPr>
          <p:cNvGrpSpPr/>
          <p:nvPr/>
        </p:nvGrpSpPr>
        <p:grpSpPr>
          <a:xfrm>
            <a:off x="7555091" y="1010697"/>
            <a:ext cx="1560264" cy="4227864"/>
            <a:chOff x="7555091" y="1010697"/>
            <a:chExt cx="1560264" cy="422786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4B865D7-6575-AEB9-B6C4-C6A1424838B2}"/>
                </a:ext>
              </a:extLst>
            </p:cNvPr>
            <p:cNvSpPr txBox="1"/>
            <p:nvPr/>
          </p:nvSpPr>
          <p:spPr>
            <a:xfrm>
              <a:off x="7555091" y="1084926"/>
              <a:ext cx="1524539" cy="4616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1" u="none" strike="noStrike" kern="1200" cap="none" spc="0" normalizeH="0" baseline="0" noProof="0">
                  <a:ln>
                    <a:noFill/>
                  </a:ln>
                  <a:solidFill>
                    <a:srgbClr val="575454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THR intégré distributeurs</a:t>
              </a:r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19333030-A702-6AB1-2FD0-657EE6855AEB}"/>
                </a:ext>
              </a:extLst>
            </p:cNvPr>
            <p:cNvSpPr/>
            <p:nvPr/>
          </p:nvSpPr>
          <p:spPr>
            <a:xfrm>
              <a:off x="7555091" y="1010697"/>
              <a:ext cx="1560264" cy="4227864"/>
            </a:xfrm>
            <a:prstGeom prst="roundRect">
              <a:avLst>
                <a:gd name="adj" fmla="val 5047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06759C-6EE9-1286-CAE5-5680DD0EC1C4}"/>
                </a:ext>
              </a:extLst>
            </p:cNvPr>
            <p:cNvSpPr/>
            <p:nvPr/>
          </p:nvSpPr>
          <p:spPr>
            <a:xfrm>
              <a:off x="7614135" y="4131843"/>
              <a:ext cx="713232" cy="969264"/>
            </a:xfrm>
            <a:prstGeom prst="rect">
              <a:avLst/>
            </a:prstGeom>
            <a:solidFill>
              <a:srgbClr val="E71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TSFR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(FORM)</a:t>
              </a:r>
              <a:endParaRPr kumimoji="0" lang="fr-FR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CB49A-31A3-D790-01BE-B5EF1871ABA2}"/>
                </a:ext>
              </a:extLst>
            </p:cNvPr>
            <p:cNvGrpSpPr/>
            <p:nvPr/>
          </p:nvGrpSpPr>
          <p:grpSpPr>
            <a:xfrm>
              <a:off x="7602467" y="1677600"/>
              <a:ext cx="1370797" cy="985421"/>
              <a:chOff x="7882883" y="1875821"/>
              <a:chExt cx="1121658" cy="985421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A4E36D3-62A4-B9F1-66A8-C410B43CBAB8}"/>
                  </a:ext>
                </a:extLst>
              </p:cNvPr>
              <p:cNvSpPr/>
              <p:nvPr/>
            </p:nvSpPr>
            <p:spPr>
              <a:xfrm>
                <a:off x="7885485" y="1875821"/>
                <a:ext cx="589142" cy="360000"/>
              </a:xfrm>
              <a:prstGeom prst="rect">
                <a:avLst/>
              </a:prstGeom>
              <a:solidFill>
                <a:srgbClr val="5CB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RIFR </a:t>
                </a:r>
                <a:r>
                  <a:rPr kumimoji="0" lang="en-US" sz="9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(HOM)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C814074-EB28-8C99-D084-1E669EFBC9BE}"/>
                  </a:ext>
                </a:extLst>
              </p:cNvPr>
              <p:cNvSpPr/>
              <p:nvPr/>
            </p:nvSpPr>
            <p:spPr>
              <a:xfrm>
                <a:off x="7882883" y="2501242"/>
                <a:ext cx="589142" cy="360000"/>
              </a:xfrm>
              <a:prstGeom prst="rect">
                <a:avLst/>
              </a:prstGeom>
              <a:solidFill>
                <a:srgbClr val="E71E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TSFR </a:t>
                </a:r>
                <a:r>
                  <a:rPr kumimoji="0" lang="fr-FR" sz="9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(FORM)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8FD52D-6026-FE35-E256-86FFC608C740}"/>
                  </a:ext>
                </a:extLst>
              </p:cNvPr>
              <p:cNvSpPr txBox="1"/>
              <p:nvPr/>
            </p:nvSpPr>
            <p:spPr>
              <a:xfrm>
                <a:off x="7907261" y="2214605"/>
                <a:ext cx="1097280" cy="276999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200" b="0" i="1" u="none" strike="noStrike" kern="1200" cap="none" spc="0" normalizeH="0" baseline="0" noProof="0">
                    <a:ln>
                      <a:noFill/>
                    </a:ln>
                    <a:solidFill>
                      <a:srgbClr val="575454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puis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549249-B542-900D-E14A-A1D3AE93A958}"/>
                </a:ext>
              </a:extLst>
            </p:cNvPr>
            <p:cNvSpPr/>
            <p:nvPr/>
          </p:nvSpPr>
          <p:spPr>
            <a:xfrm>
              <a:off x="7604211" y="2895557"/>
              <a:ext cx="720000" cy="360000"/>
            </a:xfrm>
            <a:prstGeom prst="rect">
              <a:avLst/>
            </a:prstGeom>
            <a:solidFill>
              <a:srgbClr val="5CBF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RIFR </a:t>
              </a: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(HOM)</a:t>
              </a:r>
              <a:endPara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960CA8-6E57-F047-5287-B82D6E8953F2}"/>
                </a:ext>
              </a:extLst>
            </p:cNvPr>
            <p:cNvSpPr/>
            <p:nvPr/>
          </p:nvSpPr>
          <p:spPr>
            <a:xfrm>
              <a:off x="7614135" y="3520800"/>
              <a:ext cx="720000" cy="360000"/>
            </a:xfrm>
            <a:prstGeom prst="rect">
              <a:avLst/>
            </a:prstGeom>
            <a:solidFill>
              <a:srgbClr val="E71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TSFR </a:t>
              </a:r>
              <a:r>
                <a: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(FORM)</a:t>
              </a:r>
            </a:p>
          </p:txBody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38867CC6-BDDC-8699-65B6-A4229039FDD8}"/>
                </a:ext>
              </a:extLst>
            </p:cNvPr>
            <p:cNvSpPr txBox="1"/>
            <p:nvPr/>
          </p:nvSpPr>
          <p:spPr>
            <a:xfrm>
              <a:off x="7637575" y="3230965"/>
              <a:ext cx="1341004" cy="276999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1" u="none" strike="noStrike" kern="1200" cap="none" spc="0" normalizeH="0" baseline="0" noProof="0">
                  <a:ln>
                    <a:noFill/>
                  </a:ln>
                  <a:solidFill>
                    <a:srgbClr val="575454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puis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014F3D0-8A75-819F-761F-C3F99392A10B}"/>
                </a:ext>
              </a:extLst>
            </p:cNvPr>
            <p:cNvSpPr/>
            <p:nvPr/>
          </p:nvSpPr>
          <p:spPr>
            <a:xfrm>
              <a:off x="8337716" y="2894400"/>
              <a:ext cx="720000" cy="360000"/>
            </a:xfrm>
            <a:prstGeom prst="rect">
              <a:avLst/>
            </a:prstGeom>
            <a:solidFill>
              <a:srgbClr val="5CBF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VMOA 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(CATS)</a:t>
              </a:r>
              <a:endPara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F5D63A9-942B-C0EE-4285-AF7612268D7E}"/>
                </a:ext>
              </a:extLst>
            </p:cNvPr>
            <p:cNvSpPr/>
            <p:nvPr/>
          </p:nvSpPr>
          <p:spPr>
            <a:xfrm>
              <a:off x="8344588" y="3522044"/>
              <a:ext cx="720000" cy="360000"/>
            </a:xfrm>
            <a:prstGeom prst="rect">
              <a:avLst/>
            </a:prstGeom>
            <a:solidFill>
              <a:srgbClr val="E71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NEHOM 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(CATS)</a:t>
              </a:r>
              <a:endPara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940D031-4174-39B1-BF81-C74B7DD34DA0}"/>
                </a:ext>
              </a:extLst>
            </p:cNvPr>
            <p:cNvSpPr/>
            <p:nvPr/>
          </p:nvSpPr>
          <p:spPr>
            <a:xfrm>
              <a:off x="8342212" y="4131843"/>
              <a:ext cx="722376" cy="969264"/>
            </a:xfrm>
            <a:prstGeom prst="rect">
              <a:avLst/>
            </a:prstGeom>
            <a:solidFill>
              <a:srgbClr val="E71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NEHOM</a:t>
              </a:r>
              <a:b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(CATS)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5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0398-28C9-336E-7F8D-E59FC052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837F70-A6CD-1B33-FF30-6527D16B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9" y="182223"/>
            <a:ext cx="11739211" cy="662603"/>
          </a:xfrm>
        </p:spPr>
        <p:txBody>
          <a:bodyPr vert="horz" lIns="47993" tIns="47993" rIns="47993" bIns="47993" rtlCol="0" anchor="t" anchorCtr="0">
            <a:noAutofit/>
          </a:bodyPr>
          <a:lstStyle/>
          <a:p>
            <a:pPr>
              <a:defRPr/>
            </a:pPr>
            <a:r>
              <a:rPr lang="fr-FR" sz="2400" i="1">
                <a:solidFill>
                  <a:srgbClr val="009597"/>
                </a:solidFill>
                <a:latin typeface="Arial"/>
              </a:rPr>
              <a:t>Définition CIBLE des couloirs d’environnements et leur utilisation </a:t>
            </a:r>
            <a:br>
              <a:rPr lang="fr-FR" sz="2400" i="1">
                <a:solidFill>
                  <a:srgbClr val="009597"/>
                </a:solidFill>
                <a:latin typeface="Arial"/>
              </a:rPr>
            </a:br>
            <a:endParaRPr lang="fr-FR" sz="2400" i="1">
              <a:solidFill>
                <a:srgbClr val="009597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7AA36-1C00-1D40-C4ED-C53CC7EF577E}"/>
              </a:ext>
            </a:extLst>
          </p:cNvPr>
          <p:cNvSpPr txBox="1"/>
          <p:nvPr/>
        </p:nvSpPr>
        <p:spPr>
          <a:xfrm>
            <a:off x="163191" y="2011268"/>
            <a:ext cx="1902311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Hors Version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4EFC97-F64A-D0F5-AA08-39BF8A1306DC}"/>
              </a:ext>
            </a:extLst>
          </p:cNvPr>
          <p:cNvCxnSpPr>
            <a:cxnSpLocks/>
          </p:cNvCxnSpPr>
          <p:nvPr/>
        </p:nvCxnSpPr>
        <p:spPr>
          <a:xfrm>
            <a:off x="468098" y="2782924"/>
            <a:ext cx="11499784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41A363B-C8E2-6E19-07F9-6E84025E49CF}"/>
              </a:ext>
            </a:extLst>
          </p:cNvPr>
          <p:cNvSpPr txBox="1"/>
          <p:nvPr/>
        </p:nvSpPr>
        <p:spPr>
          <a:xfrm>
            <a:off x="2218611" y="1084926"/>
            <a:ext cx="124745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Développement bouchonné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6E788C-F193-AB7C-5A1E-182C4CA2D7F9}"/>
              </a:ext>
            </a:extLst>
          </p:cNvPr>
          <p:cNvSpPr/>
          <p:nvPr/>
        </p:nvSpPr>
        <p:spPr>
          <a:xfrm>
            <a:off x="2306299" y="1680524"/>
            <a:ext cx="1097280" cy="2187044"/>
          </a:xfrm>
          <a:prstGeom prst="rect">
            <a:avLst/>
          </a:prstGeom>
          <a:gradFill>
            <a:gsLst>
              <a:gs pos="0">
                <a:srgbClr val="7E93A7"/>
              </a:gs>
              <a:gs pos="100000">
                <a:srgbClr val="5CBF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DEV10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21D9B49-79A5-B2B5-18AF-23676799E23D}"/>
              </a:ext>
            </a:extLst>
          </p:cNvPr>
          <p:cNvSpPr/>
          <p:nvPr/>
        </p:nvSpPr>
        <p:spPr>
          <a:xfrm>
            <a:off x="3620176" y="1680524"/>
            <a:ext cx="1097280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DEV9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9901663-8F90-784D-C71E-5BF7D577F434}"/>
              </a:ext>
            </a:extLst>
          </p:cNvPr>
          <p:cNvSpPr/>
          <p:nvPr/>
        </p:nvSpPr>
        <p:spPr>
          <a:xfrm>
            <a:off x="2218611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4D6FCFF-9F94-1047-037A-6527ED9B2C52}"/>
              </a:ext>
            </a:extLst>
          </p:cNvPr>
          <p:cNvSpPr txBox="1"/>
          <p:nvPr/>
        </p:nvSpPr>
        <p:spPr>
          <a:xfrm>
            <a:off x="163191" y="3229792"/>
            <a:ext cx="1902311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Version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852FBC7-FCB8-592E-2555-601D6D8E00FF}"/>
              </a:ext>
            </a:extLst>
          </p:cNvPr>
          <p:cNvSpPr txBox="1"/>
          <p:nvPr/>
        </p:nvSpPr>
        <p:spPr>
          <a:xfrm>
            <a:off x="163191" y="4460769"/>
            <a:ext cx="190231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Maintenance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8EB9595-403C-CAB3-7795-E500BCC6AB92}"/>
              </a:ext>
            </a:extLst>
          </p:cNvPr>
          <p:cNvSpPr txBox="1"/>
          <p:nvPr/>
        </p:nvSpPr>
        <p:spPr>
          <a:xfrm>
            <a:off x="3545087" y="1084926"/>
            <a:ext cx="124745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Développement intégré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4684316-3825-E742-2CD1-A264448245A6}"/>
              </a:ext>
            </a:extLst>
          </p:cNvPr>
          <p:cNvSpPr txBox="1"/>
          <p:nvPr/>
        </p:nvSpPr>
        <p:spPr>
          <a:xfrm>
            <a:off x="4907620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Accostage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453DC03-A300-B90E-A57E-B6B0088FB7F2}"/>
              </a:ext>
            </a:extLst>
          </p:cNvPr>
          <p:cNvSpPr txBox="1"/>
          <p:nvPr/>
        </p:nvSpPr>
        <p:spPr>
          <a:xfrm>
            <a:off x="6231356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Homologation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DB7E4E8-D934-9FD9-FE18-BF602E034CB1}"/>
              </a:ext>
            </a:extLst>
          </p:cNvPr>
          <p:cNvSpPr txBox="1"/>
          <p:nvPr/>
        </p:nvSpPr>
        <p:spPr>
          <a:xfrm>
            <a:off x="7555091" y="1084926"/>
            <a:ext cx="1524539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THR intégré distributeurs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E67952B-EA89-DDE5-2EB2-B94292F61BF5}"/>
              </a:ext>
            </a:extLst>
          </p:cNvPr>
          <p:cNvSpPr txBox="1"/>
          <p:nvPr/>
        </p:nvSpPr>
        <p:spPr>
          <a:xfrm>
            <a:off x="9202088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</a:t>
            </a: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REPROD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7FF07ED-BCB7-E40F-B28C-9E86AB1AB35F}"/>
              </a:ext>
            </a:extLst>
          </p:cNvPr>
          <p:cNvSpPr txBox="1"/>
          <p:nvPr/>
        </p:nvSpPr>
        <p:spPr>
          <a:xfrm>
            <a:off x="10525824" y="1084926"/>
            <a:ext cx="1247458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PROD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70C429F-B9D9-E5A7-8F82-FCC968AE28AB}"/>
              </a:ext>
            </a:extLst>
          </p:cNvPr>
          <p:cNvSpPr/>
          <p:nvPr/>
        </p:nvSpPr>
        <p:spPr>
          <a:xfrm>
            <a:off x="3545087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C262C84-A9E2-EA36-98C5-8F14736AB4CF}"/>
              </a:ext>
            </a:extLst>
          </p:cNvPr>
          <p:cNvSpPr/>
          <p:nvPr/>
        </p:nvSpPr>
        <p:spPr>
          <a:xfrm>
            <a:off x="4907620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C3DDD072-DCC1-41EA-A432-ADA5A4CF63C9}"/>
              </a:ext>
            </a:extLst>
          </p:cNvPr>
          <p:cNvSpPr/>
          <p:nvPr/>
        </p:nvSpPr>
        <p:spPr>
          <a:xfrm>
            <a:off x="6231356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72D42260-07D9-FF1C-84A0-3D76994F2B72}"/>
              </a:ext>
            </a:extLst>
          </p:cNvPr>
          <p:cNvSpPr/>
          <p:nvPr/>
        </p:nvSpPr>
        <p:spPr>
          <a:xfrm>
            <a:off x="7555091" y="1010697"/>
            <a:ext cx="1560264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D91495BD-A6E2-3EB0-3C87-60749E41B14B}"/>
              </a:ext>
            </a:extLst>
          </p:cNvPr>
          <p:cNvSpPr/>
          <p:nvPr/>
        </p:nvSpPr>
        <p:spPr>
          <a:xfrm>
            <a:off x="9202088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12A2D5E-AFAD-CAD8-C89D-07A6D17B6B3B}"/>
              </a:ext>
            </a:extLst>
          </p:cNvPr>
          <p:cNvSpPr/>
          <p:nvPr/>
        </p:nvSpPr>
        <p:spPr>
          <a:xfrm>
            <a:off x="10525824" y="1010697"/>
            <a:ext cx="1247458" cy="4227864"/>
          </a:xfrm>
          <a:prstGeom prst="roundRect">
            <a:avLst>
              <a:gd name="adj" fmla="val 50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B182BFC-F97C-0ECD-8993-7EFA6FD8BEDD}"/>
              </a:ext>
            </a:extLst>
          </p:cNvPr>
          <p:cNvCxnSpPr>
            <a:cxnSpLocks/>
          </p:cNvCxnSpPr>
          <p:nvPr/>
        </p:nvCxnSpPr>
        <p:spPr>
          <a:xfrm>
            <a:off x="198409" y="4899909"/>
            <a:ext cx="11499784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A5EDCF-5EA2-CC45-4C45-E376755D4A9E}"/>
              </a:ext>
            </a:extLst>
          </p:cNvPr>
          <p:cNvSpPr/>
          <p:nvPr/>
        </p:nvSpPr>
        <p:spPr>
          <a:xfrm>
            <a:off x="3628161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QUAL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A07153-4AFC-4558-C38D-E7EF2E674B47}"/>
              </a:ext>
            </a:extLst>
          </p:cNvPr>
          <p:cNvSpPr/>
          <p:nvPr/>
        </p:nvSpPr>
        <p:spPr>
          <a:xfrm>
            <a:off x="3628161" y="4131845"/>
            <a:ext cx="1097280" cy="96562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DEV6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41BD5-3232-7759-60F9-1B99E900DF71}"/>
              </a:ext>
            </a:extLst>
          </p:cNvPr>
          <p:cNvSpPr/>
          <p:nvPr/>
        </p:nvSpPr>
        <p:spPr>
          <a:xfrm>
            <a:off x="4982709" y="1680524"/>
            <a:ext cx="2409372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RI/RJ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(RHV)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768DF-1036-6533-9704-86BBFD9C4395}"/>
              </a:ext>
            </a:extLst>
          </p:cNvPr>
          <p:cNvSpPr/>
          <p:nvPr/>
        </p:nvSpPr>
        <p:spPr>
          <a:xfrm>
            <a:off x="4982709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RS/RU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RL/RP RT/RR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(INT)</a:t>
            </a:r>
            <a:endParaRPr kumimoji="0" lang="fr-FR" sz="1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6BF98-4D4D-705B-E22C-47887744833D}"/>
              </a:ext>
            </a:extLst>
          </p:cNvPr>
          <p:cNvSpPr/>
          <p:nvPr/>
        </p:nvSpPr>
        <p:spPr>
          <a:xfrm>
            <a:off x="6306445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RM/RO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(RECUT)</a:t>
            </a:r>
            <a:endParaRPr kumimoji="0" lang="fr-FR" sz="1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F0A35D-511A-4109-B12B-72C5B27610DC}"/>
              </a:ext>
            </a:extLst>
          </p:cNvPr>
          <p:cNvSpPr/>
          <p:nvPr/>
        </p:nvSpPr>
        <p:spPr>
          <a:xfrm>
            <a:off x="4982709" y="4131843"/>
            <a:ext cx="2409372" cy="96562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RF/RH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(R7P)</a:t>
            </a:r>
            <a:endParaRPr kumimoji="0" lang="fr-FR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E4EA2-78A7-4463-584A-C3AD87272317}"/>
              </a:ext>
            </a:extLst>
          </p:cNvPr>
          <p:cNvSpPr/>
          <p:nvPr/>
        </p:nvSpPr>
        <p:spPr>
          <a:xfrm>
            <a:off x="7614135" y="4131843"/>
            <a:ext cx="713232" cy="96926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TSFR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(FORM)</a:t>
            </a:r>
            <a:endParaRPr kumimoji="0" lang="fr-FR" sz="1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256343-0ED8-CEEA-5580-8AEA8E33EEC7}"/>
              </a:ext>
            </a:extLst>
          </p:cNvPr>
          <p:cNvSpPr/>
          <p:nvPr/>
        </p:nvSpPr>
        <p:spPr>
          <a:xfrm>
            <a:off x="10600913" y="1680523"/>
            <a:ext cx="1097280" cy="3414323"/>
          </a:xfrm>
          <a:prstGeom prst="rect">
            <a:avLst/>
          </a:prstGeom>
          <a:gradFill>
            <a:gsLst>
              <a:gs pos="53000">
                <a:srgbClr val="5CBFC1"/>
              </a:gs>
              <a:gs pos="0">
                <a:srgbClr val="7E93A7"/>
              </a:gs>
              <a:gs pos="100000">
                <a:srgbClr val="E71E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3A7563-768F-DC9D-B695-7316C73BD82F}"/>
              </a:ext>
            </a:extLst>
          </p:cNvPr>
          <p:cNvSpPr/>
          <p:nvPr/>
        </p:nvSpPr>
        <p:spPr>
          <a:xfrm>
            <a:off x="2307482" y="4131845"/>
            <a:ext cx="1097280" cy="965624"/>
          </a:xfrm>
          <a:prstGeom prst="rect">
            <a:avLst/>
          </a:prstGeom>
          <a:pattFill prst="dkUpDiag">
            <a:fgClr>
              <a:srgbClr val="E71E7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5754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E2A6E4-C6D7-0B45-8EED-DD7F182D0D45}"/>
              </a:ext>
            </a:extLst>
          </p:cNvPr>
          <p:cNvSpPr/>
          <p:nvPr/>
        </p:nvSpPr>
        <p:spPr>
          <a:xfrm>
            <a:off x="83072" y="2900868"/>
            <a:ext cx="11884810" cy="965624"/>
          </a:xfrm>
          <a:prstGeom prst="roundRect">
            <a:avLst/>
          </a:prstGeom>
          <a:noFill/>
          <a:ln w="190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14EB5-4431-ED79-84E0-746755CAB6CE}"/>
              </a:ext>
            </a:extLst>
          </p:cNvPr>
          <p:cNvSpPr txBox="1"/>
          <p:nvPr/>
        </p:nvSpPr>
        <p:spPr>
          <a:xfrm>
            <a:off x="83072" y="2868957"/>
            <a:ext cx="209326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>
                <a:ln>
                  <a:noFill/>
                </a:ln>
                <a:solidFill>
                  <a:srgbClr val="E0DE16">
                    <a:lumMod val="7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Couloir prioritaire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BC2310-FAAD-E176-A343-870C3F2EB740}"/>
              </a:ext>
            </a:extLst>
          </p:cNvPr>
          <p:cNvSpPr/>
          <p:nvPr/>
        </p:nvSpPr>
        <p:spPr>
          <a:xfrm>
            <a:off x="7605647" y="1677600"/>
            <a:ext cx="720000" cy="3600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RX/RY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(INT2)</a:t>
            </a:r>
            <a:endParaRPr kumimoji="0" lang="fr-FR" sz="9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981716-22E9-D708-5F90-2583A22C1D6F}"/>
              </a:ext>
            </a:extLst>
          </p:cNvPr>
          <p:cNvSpPr/>
          <p:nvPr/>
        </p:nvSpPr>
        <p:spPr>
          <a:xfrm>
            <a:off x="7602467" y="2303021"/>
            <a:ext cx="720000" cy="360000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TSFR 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(FORM)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65C2D-DEBE-CB02-872F-D758C1726535}"/>
              </a:ext>
            </a:extLst>
          </p:cNvPr>
          <p:cNvSpPr txBox="1"/>
          <p:nvPr/>
        </p:nvSpPr>
        <p:spPr>
          <a:xfrm>
            <a:off x="7632260" y="2016384"/>
            <a:ext cx="1341004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80B2A2-62C5-9145-CE99-9B32D2DA8521}"/>
              </a:ext>
            </a:extLst>
          </p:cNvPr>
          <p:cNvSpPr/>
          <p:nvPr/>
        </p:nvSpPr>
        <p:spPr>
          <a:xfrm>
            <a:off x="8336270" y="1677836"/>
            <a:ext cx="720000" cy="3600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Bulle Light</a:t>
            </a:r>
            <a:r>
              <a:rPr kumimoji="0" lang="fr-FR" sz="1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fr-FR" sz="8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2EC3EC-564C-CE15-B86D-0870FB924A64}"/>
              </a:ext>
            </a:extLst>
          </p:cNvPr>
          <p:cNvSpPr/>
          <p:nvPr/>
        </p:nvSpPr>
        <p:spPr>
          <a:xfrm>
            <a:off x="8333906" y="2304000"/>
            <a:ext cx="720000" cy="360000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NEHOM</a:t>
            </a:r>
            <a:b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C3484-FC96-BF16-D986-D89E0371D2CF}"/>
              </a:ext>
            </a:extLst>
          </p:cNvPr>
          <p:cNvSpPr/>
          <p:nvPr/>
        </p:nvSpPr>
        <p:spPr>
          <a:xfrm>
            <a:off x="7604211" y="2895557"/>
            <a:ext cx="720000" cy="360000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RIFR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(HOM)</a:t>
            </a:r>
            <a:endParaRPr kumimoji="0" lang="fr-FR" sz="9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AECEF1-F774-BC8F-CAF0-D2D02C70A2D3}"/>
              </a:ext>
            </a:extLst>
          </p:cNvPr>
          <p:cNvSpPr/>
          <p:nvPr/>
        </p:nvSpPr>
        <p:spPr>
          <a:xfrm>
            <a:off x="7614135" y="3520800"/>
            <a:ext cx="720000" cy="360000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TSFR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(FORM)</a:t>
            </a: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A811B398-F6BF-19C7-5514-EE7697B11F03}"/>
              </a:ext>
            </a:extLst>
          </p:cNvPr>
          <p:cNvSpPr txBox="1"/>
          <p:nvPr/>
        </p:nvSpPr>
        <p:spPr>
          <a:xfrm>
            <a:off x="7637575" y="3230965"/>
            <a:ext cx="1341004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>
                <a:ln>
                  <a:noFill/>
                </a:ln>
                <a:solidFill>
                  <a:srgbClr val="57545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EAAD5D-0A00-10E2-E6D7-E51A0E5D3F7F}"/>
              </a:ext>
            </a:extLst>
          </p:cNvPr>
          <p:cNvSpPr/>
          <p:nvPr/>
        </p:nvSpPr>
        <p:spPr>
          <a:xfrm>
            <a:off x="8337716" y="2894400"/>
            <a:ext cx="720000" cy="360000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VMOA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84E404-6B19-76D1-8852-558DAD06691F}"/>
              </a:ext>
            </a:extLst>
          </p:cNvPr>
          <p:cNvSpPr/>
          <p:nvPr/>
        </p:nvSpPr>
        <p:spPr>
          <a:xfrm>
            <a:off x="8344588" y="3522044"/>
            <a:ext cx="720000" cy="360000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NEHOM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E7E5B5-7A3A-3C84-5622-058449FBB94A}"/>
              </a:ext>
            </a:extLst>
          </p:cNvPr>
          <p:cNvSpPr/>
          <p:nvPr/>
        </p:nvSpPr>
        <p:spPr>
          <a:xfrm>
            <a:off x="8342212" y="4131843"/>
            <a:ext cx="722376" cy="969264"/>
          </a:xfrm>
          <a:prstGeom prst="rect">
            <a:avLst/>
          </a:prstGeom>
          <a:solidFill>
            <a:srgbClr val="E71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NEHOM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(CATS)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C40C3-8CCD-F21B-A830-C3A52BB5154A}"/>
              </a:ext>
            </a:extLst>
          </p:cNvPr>
          <p:cNvSpPr/>
          <p:nvPr/>
        </p:nvSpPr>
        <p:spPr>
          <a:xfrm>
            <a:off x="9276533" y="1680524"/>
            <a:ext cx="1097280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/>
              <a:t>PREPROD2</a:t>
            </a:r>
            <a:endParaRPr lang="fr-FR" sz="900" i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959D61-BB3A-53C1-42A8-C8455415B011}"/>
              </a:ext>
            </a:extLst>
          </p:cNvPr>
          <p:cNvSpPr/>
          <p:nvPr/>
        </p:nvSpPr>
        <p:spPr>
          <a:xfrm>
            <a:off x="9276533" y="2900868"/>
            <a:ext cx="1097280" cy="965624"/>
          </a:xfrm>
          <a:prstGeom prst="rect">
            <a:avLst/>
          </a:prstGeom>
          <a:solidFill>
            <a:srgbClr val="5CB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PREPROD</a:t>
            </a:r>
            <a:endParaRPr lang="fr-FR" sz="1000" i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2E89F-8B51-B2F5-637C-2E2D168F6BFD}"/>
              </a:ext>
            </a:extLst>
          </p:cNvPr>
          <p:cNvSpPr/>
          <p:nvPr/>
        </p:nvSpPr>
        <p:spPr>
          <a:xfrm>
            <a:off x="9276533" y="4128205"/>
            <a:ext cx="1097280" cy="969264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/>
              <a:t>PREPROD2</a:t>
            </a:r>
            <a:endParaRPr lang="fr-FR" sz="900" i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5587B7-0021-433C-5790-08879BBC329B}"/>
              </a:ext>
            </a:extLst>
          </p:cNvPr>
          <p:cNvSpPr txBox="1"/>
          <p:nvPr/>
        </p:nvSpPr>
        <p:spPr>
          <a:xfrm rot="19199222">
            <a:off x="9918622" y="1528685"/>
            <a:ext cx="45720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>
                <a:solidFill>
                  <a:schemeClr val="accent2"/>
                </a:solidFill>
              </a:rPr>
              <a:t>NEW</a:t>
            </a:r>
            <a:endParaRPr lang="fr-FR" sz="1200" b="1" i="1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0AF8EF-0B2E-E2DE-4756-D901374BA98C}"/>
              </a:ext>
            </a:extLst>
          </p:cNvPr>
          <p:cNvSpPr txBox="1"/>
          <p:nvPr/>
        </p:nvSpPr>
        <p:spPr>
          <a:xfrm rot="19199222">
            <a:off x="9918623" y="4025131"/>
            <a:ext cx="45720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>
                <a:solidFill>
                  <a:schemeClr val="accent2"/>
                </a:solidFill>
              </a:rPr>
              <a:t>NEW</a:t>
            </a:r>
            <a:endParaRPr lang="fr-FR" sz="1200" b="1" i="1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2D4746-B9FD-0BBA-C5E1-B8E7848AB949}"/>
              </a:ext>
            </a:extLst>
          </p:cNvPr>
          <p:cNvSpPr txBox="1"/>
          <p:nvPr/>
        </p:nvSpPr>
        <p:spPr>
          <a:xfrm rot="19199222">
            <a:off x="8822942" y="1414615"/>
            <a:ext cx="45720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>
                <a:solidFill>
                  <a:schemeClr val="accent2"/>
                </a:solidFill>
              </a:rPr>
              <a:t>NEW</a:t>
            </a:r>
            <a:endParaRPr lang="fr-FR" sz="1200" b="1" i="1">
              <a:solidFill>
                <a:schemeClr val="accent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F9C817-29B3-F592-5577-8C1E491778CB}"/>
              </a:ext>
            </a:extLst>
          </p:cNvPr>
          <p:cNvSpPr/>
          <p:nvPr/>
        </p:nvSpPr>
        <p:spPr>
          <a:xfrm>
            <a:off x="0" y="5608260"/>
            <a:ext cx="12192000" cy="7217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Point d’attention 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Malgré la création de l’environnement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intégré distributeur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INT2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du côté de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CAA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la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Bulle Light 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côté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CATS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nous devrons tout de même passer par l’environnement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TSFR/NEHOM 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afin de valider les tests distributeur comme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posé par CATS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le solutionnement ne sera donc </a:t>
            </a:r>
            <a:r>
              <a:rPr kumimoji="0" lang="fr-FR" sz="1100" b="1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pas complet</a:t>
            </a:r>
            <a:r>
              <a:rPr kumimoji="0" lang="fr-FR" sz="1100" b="0" i="1" u="none" strike="noStrike" kern="1200" cap="none" spc="0" normalizeH="0" baseline="0" noProof="0">
                <a:ln>
                  <a:noFill/>
                </a:ln>
                <a:solidFill>
                  <a:srgbClr val="BEC9D3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448550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2.xml><?xml version="1.0" encoding="utf-8"?>
<a:theme xmlns:a="http://schemas.openxmlformats.org/drawingml/2006/main" name="5_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3.xml><?xml version="1.0" encoding="utf-8"?>
<a:theme xmlns:a="http://schemas.openxmlformats.org/drawingml/2006/main" name="9_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263147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4.xml><?xml version="1.0" encoding="utf-8"?>
<a:theme xmlns:a="http://schemas.openxmlformats.org/drawingml/2006/main" name="2_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5.xml><?xml version="1.0" encoding="utf-8"?>
<a:theme xmlns:a="http://schemas.openxmlformats.org/drawingml/2006/main" name="6_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rIns="0" rtlCol="0">
        <a:spAutoFit/>
      </a:bodyPr>
      <a:lstStyle>
        <a:defPPr algn="ctr">
          <a:defRPr sz="1000" 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6.xml><?xml version="1.0" encoding="utf-8"?>
<a:theme xmlns:a="http://schemas.openxmlformats.org/drawingml/2006/main" name="7_Thème CAA">
  <a:themeElements>
    <a:clrScheme name="Personnalisé 2">
      <a:dk1>
        <a:srgbClr val="575454"/>
      </a:dk1>
      <a:lt1>
        <a:srgbClr val="FFFFFF"/>
      </a:lt1>
      <a:dk2>
        <a:srgbClr val="7E93A7"/>
      </a:dk2>
      <a:lt2>
        <a:srgbClr val="E7E6E6"/>
      </a:lt2>
      <a:accent1>
        <a:srgbClr val="5CBFC1"/>
      </a:accent1>
      <a:accent2>
        <a:srgbClr val="E71E74"/>
      </a:accent2>
      <a:accent3>
        <a:srgbClr val="E0DE16"/>
      </a:accent3>
      <a:accent4>
        <a:srgbClr val="009597"/>
      </a:accent4>
      <a:accent5>
        <a:srgbClr val="ED1B2F"/>
      </a:accent5>
      <a:accent6>
        <a:srgbClr val="BEC9D3"/>
      </a:accent6>
      <a:hlink>
        <a:srgbClr val="00ACAE"/>
      </a:hlink>
      <a:folHlink>
        <a:srgbClr val="0069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-CAA-PPT-16-9.potx" id="{E80B0806-0257-4D21-92CB-DC21D52F59D4}" vid="{66E4B73E-3368-405B-9C38-656C111AFC6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6A8E0370D4B54D99C92E33153F946A" ma:contentTypeVersion="" ma:contentTypeDescription="Crée un document." ma:contentTypeScope="" ma:versionID="584589e785576f0fb712aec22b0942f2">
  <xsd:schema xmlns:xsd="http://www.w3.org/2001/XMLSchema" xmlns:xs="http://www.w3.org/2001/XMLSchema" xmlns:p="http://schemas.microsoft.com/office/2006/metadata/properties" xmlns:ns2="22e88a27-55ef-4084-9dbd-641a4bb576ce" targetNamespace="http://schemas.microsoft.com/office/2006/metadata/properties" ma:root="true" ma:fieldsID="bca53b08244bd94c27361818980d4ceb" ns2:_="">
    <xsd:import namespace="22e88a27-55ef-4084-9dbd-641a4bb576ce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88a27-55ef-4084-9dbd-641a4bb576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E1844F-AF3A-4D06-BCCD-819452E262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88a27-55ef-4084-9dbd-641a4bb576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A37D97-4047-4535-B6ED-66EB08EDF9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139FA9-12DD-49BB-815C-7C1919FBFD22}">
  <ds:schemaRefs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22e88a27-55ef-4084-9dbd-641a4bb576ce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Grand écran</PresentationFormat>
  <Paragraphs>89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2</vt:i4>
      </vt:variant>
    </vt:vector>
  </HeadingPairs>
  <TitlesOfParts>
    <vt:vector size="18" baseType="lpstr">
      <vt:lpstr>Arial Black</vt:lpstr>
      <vt:lpstr>Segoe UI Semibold</vt:lpstr>
      <vt:lpstr>Open Sans</vt:lpstr>
      <vt:lpstr>Courier New</vt:lpstr>
      <vt:lpstr>Arial</vt:lpstr>
      <vt:lpstr>Helvetica Neue</vt:lpstr>
      <vt:lpstr>Wingdings 3</vt:lpstr>
      <vt:lpstr>Segoe UI</vt:lpstr>
      <vt:lpstr>Calibri</vt:lpstr>
      <vt:lpstr>Aptos</vt:lpstr>
      <vt:lpstr>Thème CAA</vt:lpstr>
      <vt:lpstr>5_Thème CAA</vt:lpstr>
      <vt:lpstr>9_Thème CAA</vt:lpstr>
      <vt:lpstr>2_Thème CAA</vt:lpstr>
      <vt:lpstr>6_Thème CAA</vt:lpstr>
      <vt:lpstr>7_Thème CAA</vt:lpstr>
      <vt:lpstr>Définition ACTUELLE des couloirs d’environnements et leur utilisation  </vt:lpstr>
      <vt:lpstr>Définition CIBLE des couloirs d’environnements et leur utilisation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CARDON, Edouard</dc:creator>
  <cp:lastModifiedBy>FOISSY Philippe</cp:lastModifiedBy>
  <cp:revision>2</cp:revision>
  <dcterms:created xsi:type="dcterms:W3CDTF">2024-10-29T08:22:56Z</dcterms:created>
  <dcterms:modified xsi:type="dcterms:W3CDTF">2025-06-03T10:06:50Z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0x010100DE6A8E0370D4B54D99C92E33153F946A</vt:lpwstr>
  </property>
  <property fmtid="{D5CDD505-2E9C-101B-9397-08002B2CF9AE}" pid="3" name="MediaServiceImageTags">
    <vt:lpwstr/>
  </property>
  <property fmtid="{D5CDD505-2E9C-101B-9397-08002B2CF9AE}" pid="4" name="MSIP_Label_4cad6431-53ea-4466-8111-3fefa470bcb9_Enabled">
    <vt:lpwstr>true</vt:lpwstr>
  </property>
  <property fmtid="{D5CDD505-2E9C-101B-9397-08002B2CF9AE}" pid="5" name="MSIP_Label_4cad6431-53ea-4466-8111-3fefa470bcb9_SetDate">
    <vt:lpwstr>2025-05-21T14:37:29Z</vt:lpwstr>
  </property>
  <property fmtid="{D5CDD505-2E9C-101B-9397-08002B2CF9AE}" pid="6" name="MSIP_Label_4cad6431-53ea-4466-8111-3fefa470bcb9_Method">
    <vt:lpwstr>Privileged</vt:lpwstr>
  </property>
  <property fmtid="{D5CDD505-2E9C-101B-9397-08002B2CF9AE}" pid="7" name="MSIP_Label_4cad6431-53ea-4466-8111-3fefa470bcb9_Name">
    <vt:lpwstr>Usage Interne</vt:lpwstr>
  </property>
  <property fmtid="{D5CDD505-2E9C-101B-9397-08002B2CF9AE}" pid="8" name="MSIP_Label_4cad6431-53ea-4466-8111-3fefa470bcb9_SiteId">
    <vt:lpwstr>fb3baf17-c313-474c-8d5d-577a3ec97a32</vt:lpwstr>
  </property>
  <property fmtid="{D5CDD505-2E9C-101B-9397-08002B2CF9AE}" pid="9" name="MSIP_Label_4cad6431-53ea-4466-8111-3fefa470bcb9_ActionId">
    <vt:lpwstr>a45b19c0-9c61-427d-ad7f-a824ccfd419c</vt:lpwstr>
  </property>
  <property fmtid="{D5CDD505-2E9C-101B-9397-08002B2CF9AE}" pid="10" name="MSIP_Label_4cad6431-53ea-4466-8111-3fefa470bcb9_ContentBits">
    <vt:lpwstr>0</vt:lpwstr>
  </property>
</Properties>
</file>